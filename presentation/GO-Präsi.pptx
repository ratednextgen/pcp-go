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2" r:id="rId6"/>
    <p:sldId id="262" r:id="rId7"/>
    <p:sldId id="274" r:id="rId8"/>
    <p:sldId id="273" r:id="rId9"/>
    <p:sldId id="276" r:id="rId10"/>
    <p:sldId id="266" r:id="rId11"/>
    <p:sldId id="277" r:id="rId12"/>
    <p:sldId id="263" r:id="rId13"/>
    <p:sldId id="278" r:id="rId14"/>
    <p:sldId id="260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0956" autoAdjust="0"/>
  </p:normalViewPr>
  <p:slideViewPr>
    <p:cSldViewPr snapToGrid="0" snapToObjects="1">
      <p:cViewPr varScale="1">
        <p:scale>
          <a:sx n="143" d="100"/>
          <a:sy n="143" d="100"/>
        </p:scale>
        <p:origin x="216" y="9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581A3B-ABA8-42E0-9F65-99AE660917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EA5DDF-8CA7-4CF6-8462-91985CBA858E}">
      <dgm:prSet/>
      <dgm:spPr/>
      <dgm:t>
        <a:bodyPr/>
        <a:lstStyle/>
        <a:p>
          <a:r>
            <a:rPr lang="de-CH" b="1"/>
            <a:t>Structural Typing:</a:t>
          </a:r>
          <a:endParaRPr lang="en-US"/>
        </a:p>
      </dgm:t>
    </dgm:pt>
    <dgm:pt modelId="{3A254884-79B9-4FED-893D-1A4FCEBD01A6}" type="parTrans" cxnId="{71545983-048A-44B1-B54D-4D6E803E9FD3}">
      <dgm:prSet/>
      <dgm:spPr/>
      <dgm:t>
        <a:bodyPr/>
        <a:lstStyle/>
        <a:p>
          <a:endParaRPr lang="en-US"/>
        </a:p>
      </dgm:t>
    </dgm:pt>
    <dgm:pt modelId="{75CDBFEE-6D15-45F7-8507-73DA1B0A12EC}" type="sibTrans" cxnId="{71545983-048A-44B1-B54D-4D6E803E9FD3}">
      <dgm:prSet/>
      <dgm:spPr/>
      <dgm:t>
        <a:bodyPr/>
        <a:lstStyle/>
        <a:p>
          <a:endParaRPr lang="en-US"/>
        </a:p>
      </dgm:t>
    </dgm:pt>
    <dgm:pt modelId="{34C133A9-4E63-474C-93DD-32EDE76F4D16}">
      <dgm:prSet/>
      <dgm:spPr/>
      <dgm:t>
        <a:bodyPr/>
        <a:lstStyle/>
        <a:p>
          <a:r>
            <a:rPr lang="de-CH" dirty="0"/>
            <a:t>Typ wird über Struktur / Methoden erkannt</a:t>
          </a:r>
          <a:endParaRPr lang="en-US" dirty="0"/>
        </a:p>
      </dgm:t>
    </dgm:pt>
    <dgm:pt modelId="{1997A60F-C4B1-47EF-89EF-A6A6777F3A3D}" type="parTrans" cxnId="{C5292181-7D3D-42D3-9D04-BE4E6F830736}">
      <dgm:prSet/>
      <dgm:spPr/>
      <dgm:t>
        <a:bodyPr/>
        <a:lstStyle/>
        <a:p>
          <a:endParaRPr lang="en-US"/>
        </a:p>
      </dgm:t>
    </dgm:pt>
    <dgm:pt modelId="{4B2380FF-F43D-4B58-9915-DF12CA02B093}" type="sibTrans" cxnId="{C5292181-7D3D-42D3-9D04-BE4E6F830736}">
      <dgm:prSet/>
      <dgm:spPr/>
      <dgm:t>
        <a:bodyPr/>
        <a:lstStyle/>
        <a:p>
          <a:endParaRPr lang="en-US"/>
        </a:p>
      </dgm:t>
    </dgm:pt>
    <dgm:pt modelId="{00FCB9CF-8E88-4656-B329-0EF4CD576DB1}">
      <dgm:prSet/>
      <dgm:spPr/>
      <dgm:t>
        <a:bodyPr/>
        <a:lstStyle/>
        <a:p>
          <a:r>
            <a:rPr lang="de-CH"/>
            <a:t>Name des Typs ist nicht wichtig</a:t>
          </a:r>
          <a:endParaRPr lang="en-US"/>
        </a:p>
      </dgm:t>
    </dgm:pt>
    <dgm:pt modelId="{9CC6512F-47BA-481F-A700-1714B90A213B}" type="parTrans" cxnId="{FC356D67-8C98-4512-9C59-5C82B1CE4E88}">
      <dgm:prSet/>
      <dgm:spPr/>
      <dgm:t>
        <a:bodyPr/>
        <a:lstStyle/>
        <a:p>
          <a:endParaRPr lang="en-US"/>
        </a:p>
      </dgm:t>
    </dgm:pt>
    <dgm:pt modelId="{2426879B-88A3-42A4-8EDF-1BA13727DBB9}" type="sibTrans" cxnId="{FC356D67-8C98-4512-9C59-5C82B1CE4E88}">
      <dgm:prSet/>
      <dgm:spPr/>
      <dgm:t>
        <a:bodyPr/>
        <a:lstStyle/>
        <a:p>
          <a:endParaRPr lang="en-US"/>
        </a:p>
      </dgm:t>
    </dgm:pt>
    <dgm:pt modelId="{03252345-3739-452A-BA4D-97EB94BCEA3D}">
      <dgm:prSet/>
      <dgm:spPr/>
      <dgm:t>
        <a:bodyPr/>
        <a:lstStyle/>
        <a:p>
          <a:r>
            <a:rPr lang="de-CH"/>
            <a:t>Häufig bei Interfaces in GO</a:t>
          </a:r>
          <a:endParaRPr lang="en-US"/>
        </a:p>
      </dgm:t>
    </dgm:pt>
    <dgm:pt modelId="{E4D09AE5-4D4A-4E99-91D6-CB0328A9F1F4}" type="parTrans" cxnId="{4A8563E7-0348-4D52-A07C-3856859F148A}">
      <dgm:prSet/>
      <dgm:spPr/>
      <dgm:t>
        <a:bodyPr/>
        <a:lstStyle/>
        <a:p>
          <a:endParaRPr lang="en-US"/>
        </a:p>
      </dgm:t>
    </dgm:pt>
    <dgm:pt modelId="{F7103C0D-88B6-451D-B8EF-1B81AC3A0B4E}" type="sibTrans" cxnId="{4A8563E7-0348-4D52-A07C-3856859F148A}">
      <dgm:prSet/>
      <dgm:spPr/>
      <dgm:t>
        <a:bodyPr/>
        <a:lstStyle/>
        <a:p>
          <a:endParaRPr lang="en-US"/>
        </a:p>
      </dgm:t>
    </dgm:pt>
    <dgm:pt modelId="{424F5155-6842-428C-8550-8AF1A35C714E}">
      <dgm:prSet/>
      <dgm:spPr/>
      <dgm:t>
        <a:bodyPr/>
        <a:lstStyle/>
        <a:p>
          <a:r>
            <a:rPr lang="de-CH"/>
            <a:t>Keine explizite Implementierung nötig</a:t>
          </a:r>
          <a:endParaRPr lang="en-US"/>
        </a:p>
      </dgm:t>
    </dgm:pt>
    <dgm:pt modelId="{673A1993-4EFF-40CE-8070-47F6EA8F174C}" type="parTrans" cxnId="{D57A5FBC-67CF-40F0-A08C-72E4DD89760E}">
      <dgm:prSet/>
      <dgm:spPr/>
      <dgm:t>
        <a:bodyPr/>
        <a:lstStyle/>
        <a:p>
          <a:endParaRPr lang="en-US"/>
        </a:p>
      </dgm:t>
    </dgm:pt>
    <dgm:pt modelId="{E5A581D9-15BF-4CE9-9864-EDEFDFCAFA9A}" type="sibTrans" cxnId="{D57A5FBC-67CF-40F0-A08C-72E4DD89760E}">
      <dgm:prSet/>
      <dgm:spPr/>
      <dgm:t>
        <a:bodyPr/>
        <a:lstStyle/>
        <a:p>
          <a:endParaRPr lang="en-US"/>
        </a:p>
      </dgm:t>
    </dgm:pt>
    <dgm:pt modelId="{1AB3C50A-FCBF-4AEF-8D4D-858CFA132352}">
      <dgm:prSet/>
      <dgm:spPr/>
      <dgm:t>
        <a:bodyPr/>
        <a:lstStyle/>
        <a:p>
          <a:r>
            <a:rPr lang="de-CH"/>
            <a:t>Fokus auf Verhalten («was kann der Typ?»)</a:t>
          </a:r>
          <a:endParaRPr lang="en-US"/>
        </a:p>
      </dgm:t>
    </dgm:pt>
    <dgm:pt modelId="{6F8AF8EE-1483-49F4-B1BD-9270353240AB}" type="parTrans" cxnId="{067CCAC3-B2A5-4297-8BFC-C4C2AE440495}">
      <dgm:prSet/>
      <dgm:spPr/>
      <dgm:t>
        <a:bodyPr/>
        <a:lstStyle/>
        <a:p>
          <a:endParaRPr lang="en-US"/>
        </a:p>
      </dgm:t>
    </dgm:pt>
    <dgm:pt modelId="{D228A856-B4EA-4A06-BE7E-87E1FD67A21F}" type="sibTrans" cxnId="{067CCAC3-B2A5-4297-8BFC-C4C2AE440495}">
      <dgm:prSet/>
      <dgm:spPr/>
      <dgm:t>
        <a:bodyPr/>
        <a:lstStyle/>
        <a:p>
          <a:endParaRPr lang="en-US"/>
        </a:p>
      </dgm:t>
    </dgm:pt>
    <dgm:pt modelId="{A53334CF-783B-42FC-B557-FFF66E2E05D2}">
      <dgm:prSet/>
      <dgm:spPr/>
      <dgm:t>
        <a:bodyPr/>
        <a:lstStyle/>
        <a:p>
          <a:r>
            <a:rPr lang="de-CH" b="1"/>
            <a:t>Nominal Typing:</a:t>
          </a:r>
          <a:endParaRPr lang="en-US"/>
        </a:p>
      </dgm:t>
    </dgm:pt>
    <dgm:pt modelId="{13B420E3-4937-4089-9423-3CE0A3255A00}" type="parTrans" cxnId="{E12136D6-F754-4A2F-9F2D-B1F48429C4AC}">
      <dgm:prSet/>
      <dgm:spPr/>
      <dgm:t>
        <a:bodyPr/>
        <a:lstStyle/>
        <a:p>
          <a:endParaRPr lang="en-US"/>
        </a:p>
      </dgm:t>
    </dgm:pt>
    <dgm:pt modelId="{A207EFD1-7D61-4B16-9C2B-D5F4572D02EF}" type="sibTrans" cxnId="{E12136D6-F754-4A2F-9F2D-B1F48429C4AC}">
      <dgm:prSet/>
      <dgm:spPr/>
      <dgm:t>
        <a:bodyPr/>
        <a:lstStyle/>
        <a:p>
          <a:endParaRPr lang="en-US"/>
        </a:p>
      </dgm:t>
    </dgm:pt>
    <dgm:pt modelId="{75A75020-BBF6-4BBF-ADE0-972BFBC36D33}">
      <dgm:prSet/>
      <dgm:spPr/>
      <dgm:t>
        <a:bodyPr/>
        <a:lstStyle/>
        <a:p>
          <a:r>
            <a:rPr lang="de-CH"/>
            <a:t>Typ wird über Namen erkannt</a:t>
          </a:r>
          <a:endParaRPr lang="en-US"/>
        </a:p>
      </dgm:t>
    </dgm:pt>
    <dgm:pt modelId="{B1110A01-6977-4B28-B5E0-6A17E81270E9}" type="parTrans" cxnId="{1620662F-DA17-419C-B6BD-3BACF7135A4F}">
      <dgm:prSet/>
      <dgm:spPr/>
      <dgm:t>
        <a:bodyPr/>
        <a:lstStyle/>
        <a:p>
          <a:endParaRPr lang="en-US"/>
        </a:p>
      </dgm:t>
    </dgm:pt>
    <dgm:pt modelId="{D09B6A6E-315D-49EF-95B1-6462E9EEBD0A}" type="sibTrans" cxnId="{1620662F-DA17-419C-B6BD-3BACF7135A4F}">
      <dgm:prSet/>
      <dgm:spPr/>
      <dgm:t>
        <a:bodyPr/>
        <a:lstStyle/>
        <a:p>
          <a:endParaRPr lang="en-US"/>
        </a:p>
      </dgm:t>
    </dgm:pt>
    <dgm:pt modelId="{CC8160C3-CBEA-4B2C-A4FC-ADB710CB47EF}">
      <dgm:prSet/>
      <dgm:spPr/>
      <dgm:t>
        <a:bodyPr/>
        <a:lstStyle/>
        <a:p>
          <a:r>
            <a:rPr lang="de-CH"/>
            <a:t>Unterschiedliche Namen = unterschiedliche Typen</a:t>
          </a:r>
          <a:endParaRPr lang="en-US"/>
        </a:p>
      </dgm:t>
    </dgm:pt>
    <dgm:pt modelId="{6C195E6E-746B-4A1A-B6A2-0D8E1F3C96F3}" type="parTrans" cxnId="{88749E44-69B6-44A7-84E1-1FCE1F2B1FA3}">
      <dgm:prSet/>
      <dgm:spPr/>
      <dgm:t>
        <a:bodyPr/>
        <a:lstStyle/>
        <a:p>
          <a:endParaRPr lang="en-US"/>
        </a:p>
      </dgm:t>
    </dgm:pt>
    <dgm:pt modelId="{03BB51D0-D42A-486F-91B9-A792572A8A53}" type="sibTrans" cxnId="{88749E44-69B6-44A7-84E1-1FCE1F2B1FA3}">
      <dgm:prSet/>
      <dgm:spPr/>
      <dgm:t>
        <a:bodyPr/>
        <a:lstStyle/>
        <a:p>
          <a:endParaRPr lang="en-US"/>
        </a:p>
      </dgm:t>
    </dgm:pt>
    <dgm:pt modelId="{6D31FA9B-5825-44D6-A7B7-A7E13CF76391}">
      <dgm:prSet/>
      <dgm:spPr/>
      <dgm:t>
        <a:bodyPr/>
        <a:lstStyle/>
        <a:p>
          <a:r>
            <a:rPr lang="de-CH"/>
            <a:t>Explizite Typdefinition wichtig</a:t>
          </a:r>
          <a:endParaRPr lang="en-US"/>
        </a:p>
      </dgm:t>
    </dgm:pt>
    <dgm:pt modelId="{60A03EBB-DD5F-4EB0-87AF-3D9F054F1C6B}" type="parTrans" cxnId="{F9DED507-4A64-4E4B-AE63-32F64D2EBC83}">
      <dgm:prSet/>
      <dgm:spPr/>
      <dgm:t>
        <a:bodyPr/>
        <a:lstStyle/>
        <a:p>
          <a:endParaRPr lang="en-US"/>
        </a:p>
      </dgm:t>
    </dgm:pt>
    <dgm:pt modelId="{294F068C-AB69-4146-8869-F6528665FB95}" type="sibTrans" cxnId="{F9DED507-4A64-4E4B-AE63-32F64D2EBC83}">
      <dgm:prSet/>
      <dgm:spPr/>
      <dgm:t>
        <a:bodyPr/>
        <a:lstStyle/>
        <a:p>
          <a:endParaRPr lang="en-US"/>
        </a:p>
      </dgm:t>
    </dgm:pt>
    <dgm:pt modelId="{754923EC-B20B-4612-8BE1-5D06BCE2E0AC}">
      <dgm:prSet/>
      <dgm:spPr/>
      <dgm:t>
        <a:bodyPr/>
        <a:lstStyle/>
        <a:p>
          <a:r>
            <a:rPr lang="de-CH"/>
            <a:t>Mehr Typsicherheit</a:t>
          </a:r>
          <a:endParaRPr lang="en-US"/>
        </a:p>
      </dgm:t>
    </dgm:pt>
    <dgm:pt modelId="{2D162CCE-B324-480C-A8DD-DD49F82EC905}" type="parTrans" cxnId="{18C341C2-77AF-40FF-A026-6979374A97D9}">
      <dgm:prSet/>
      <dgm:spPr/>
      <dgm:t>
        <a:bodyPr/>
        <a:lstStyle/>
        <a:p>
          <a:endParaRPr lang="en-US"/>
        </a:p>
      </dgm:t>
    </dgm:pt>
    <dgm:pt modelId="{30A24510-0B73-4F32-9360-CD00F9033810}" type="sibTrans" cxnId="{18C341C2-77AF-40FF-A026-6979374A97D9}">
      <dgm:prSet/>
      <dgm:spPr/>
      <dgm:t>
        <a:bodyPr/>
        <a:lstStyle/>
        <a:p>
          <a:endParaRPr lang="en-US"/>
        </a:p>
      </dgm:t>
    </dgm:pt>
    <dgm:pt modelId="{D94C185D-B1E3-4447-A68D-B59BDE69D460}" type="pres">
      <dgm:prSet presAssocID="{94581A3B-ABA8-42E0-9F65-99AE66091771}" presName="vert0" presStyleCnt="0">
        <dgm:presLayoutVars>
          <dgm:dir/>
          <dgm:animOne val="branch"/>
          <dgm:animLvl val="lvl"/>
        </dgm:presLayoutVars>
      </dgm:prSet>
      <dgm:spPr/>
    </dgm:pt>
    <dgm:pt modelId="{A33D588D-59B1-45A3-B876-1ED5E9197791}" type="pres">
      <dgm:prSet presAssocID="{0FEA5DDF-8CA7-4CF6-8462-91985CBA858E}" presName="thickLine" presStyleLbl="alignNode1" presStyleIdx="0" presStyleCnt="2"/>
      <dgm:spPr/>
    </dgm:pt>
    <dgm:pt modelId="{E3175BB1-EBF8-4416-B4D4-D4E4BD7176AE}" type="pres">
      <dgm:prSet presAssocID="{0FEA5DDF-8CA7-4CF6-8462-91985CBA858E}" presName="horz1" presStyleCnt="0"/>
      <dgm:spPr/>
    </dgm:pt>
    <dgm:pt modelId="{874648A9-E876-489A-9126-61CB17DF5C0D}" type="pres">
      <dgm:prSet presAssocID="{0FEA5DDF-8CA7-4CF6-8462-91985CBA858E}" presName="tx1" presStyleLbl="revTx" presStyleIdx="0" presStyleCnt="11"/>
      <dgm:spPr/>
    </dgm:pt>
    <dgm:pt modelId="{2E9EDDA9-E641-4CE6-8DDB-1D8FCC40A36F}" type="pres">
      <dgm:prSet presAssocID="{0FEA5DDF-8CA7-4CF6-8462-91985CBA858E}" presName="vert1" presStyleCnt="0"/>
      <dgm:spPr/>
    </dgm:pt>
    <dgm:pt modelId="{C278E41A-4B7E-47E3-96AE-E57F4B91CBE3}" type="pres">
      <dgm:prSet presAssocID="{34C133A9-4E63-474C-93DD-32EDE76F4D16}" presName="vertSpace2a" presStyleCnt="0"/>
      <dgm:spPr/>
    </dgm:pt>
    <dgm:pt modelId="{92BAB1EF-38AA-49C6-8EA9-737A70CA2E52}" type="pres">
      <dgm:prSet presAssocID="{34C133A9-4E63-474C-93DD-32EDE76F4D16}" presName="horz2" presStyleCnt="0"/>
      <dgm:spPr/>
    </dgm:pt>
    <dgm:pt modelId="{F7943973-B2FE-48E3-9982-AD895A389B7D}" type="pres">
      <dgm:prSet presAssocID="{34C133A9-4E63-474C-93DD-32EDE76F4D16}" presName="horzSpace2" presStyleCnt="0"/>
      <dgm:spPr/>
    </dgm:pt>
    <dgm:pt modelId="{E478383E-DAE8-4801-A304-9A3B4EF375BF}" type="pres">
      <dgm:prSet presAssocID="{34C133A9-4E63-474C-93DD-32EDE76F4D16}" presName="tx2" presStyleLbl="revTx" presStyleIdx="1" presStyleCnt="11"/>
      <dgm:spPr/>
    </dgm:pt>
    <dgm:pt modelId="{F407CE4D-4300-4A71-91A7-0903C693252F}" type="pres">
      <dgm:prSet presAssocID="{34C133A9-4E63-474C-93DD-32EDE76F4D16}" presName="vert2" presStyleCnt="0"/>
      <dgm:spPr/>
    </dgm:pt>
    <dgm:pt modelId="{7DB30057-2D16-449C-93A5-A0864376F7F0}" type="pres">
      <dgm:prSet presAssocID="{34C133A9-4E63-474C-93DD-32EDE76F4D16}" presName="thinLine2b" presStyleLbl="callout" presStyleIdx="0" presStyleCnt="9"/>
      <dgm:spPr/>
    </dgm:pt>
    <dgm:pt modelId="{6F4BF368-9AEA-40A5-9581-8EB0B15B7F1D}" type="pres">
      <dgm:prSet presAssocID="{34C133A9-4E63-474C-93DD-32EDE76F4D16}" presName="vertSpace2b" presStyleCnt="0"/>
      <dgm:spPr/>
    </dgm:pt>
    <dgm:pt modelId="{0FCD57F1-988C-41CA-AA8A-CD29650A9724}" type="pres">
      <dgm:prSet presAssocID="{00FCB9CF-8E88-4656-B329-0EF4CD576DB1}" presName="horz2" presStyleCnt="0"/>
      <dgm:spPr/>
    </dgm:pt>
    <dgm:pt modelId="{7F012C6C-D7BE-477F-8AA2-3F6A193016D7}" type="pres">
      <dgm:prSet presAssocID="{00FCB9CF-8E88-4656-B329-0EF4CD576DB1}" presName="horzSpace2" presStyleCnt="0"/>
      <dgm:spPr/>
    </dgm:pt>
    <dgm:pt modelId="{65B42824-ABCD-4941-95ED-276275541CED}" type="pres">
      <dgm:prSet presAssocID="{00FCB9CF-8E88-4656-B329-0EF4CD576DB1}" presName="tx2" presStyleLbl="revTx" presStyleIdx="2" presStyleCnt="11"/>
      <dgm:spPr/>
    </dgm:pt>
    <dgm:pt modelId="{29DD41AE-E040-4139-B5AB-63C398F0B8A1}" type="pres">
      <dgm:prSet presAssocID="{00FCB9CF-8E88-4656-B329-0EF4CD576DB1}" presName="vert2" presStyleCnt="0"/>
      <dgm:spPr/>
    </dgm:pt>
    <dgm:pt modelId="{22A654E9-7592-401E-AA5D-A7E5983FC250}" type="pres">
      <dgm:prSet presAssocID="{00FCB9CF-8E88-4656-B329-0EF4CD576DB1}" presName="thinLine2b" presStyleLbl="callout" presStyleIdx="1" presStyleCnt="9"/>
      <dgm:spPr/>
    </dgm:pt>
    <dgm:pt modelId="{810F07CD-CFB5-497F-A2C8-AD697F2DA356}" type="pres">
      <dgm:prSet presAssocID="{00FCB9CF-8E88-4656-B329-0EF4CD576DB1}" presName="vertSpace2b" presStyleCnt="0"/>
      <dgm:spPr/>
    </dgm:pt>
    <dgm:pt modelId="{1269FC1C-8A43-4486-9D99-869887CF9DE5}" type="pres">
      <dgm:prSet presAssocID="{03252345-3739-452A-BA4D-97EB94BCEA3D}" presName="horz2" presStyleCnt="0"/>
      <dgm:spPr/>
    </dgm:pt>
    <dgm:pt modelId="{71AC7DB7-C4BA-4E43-AB53-C1AB8F1AE5AA}" type="pres">
      <dgm:prSet presAssocID="{03252345-3739-452A-BA4D-97EB94BCEA3D}" presName="horzSpace2" presStyleCnt="0"/>
      <dgm:spPr/>
    </dgm:pt>
    <dgm:pt modelId="{3C3CD24A-FFA1-43F4-A51F-49FCF81342D4}" type="pres">
      <dgm:prSet presAssocID="{03252345-3739-452A-BA4D-97EB94BCEA3D}" presName="tx2" presStyleLbl="revTx" presStyleIdx="3" presStyleCnt="11"/>
      <dgm:spPr/>
    </dgm:pt>
    <dgm:pt modelId="{9BDA4D19-7552-47A4-B4D8-23C0F7496B1E}" type="pres">
      <dgm:prSet presAssocID="{03252345-3739-452A-BA4D-97EB94BCEA3D}" presName="vert2" presStyleCnt="0"/>
      <dgm:spPr/>
    </dgm:pt>
    <dgm:pt modelId="{DDFFD4CD-CFD4-4C08-8F72-ED2A467C2D8D}" type="pres">
      <dgm:prSet presAssocID="{03252345-3739-452A-BA4D-97EB94BCEA3D}" presName="thinLine2b" presStyleLbl="callout" presStyleIdx="2" presStyleCnt="9"/>
      <dgm:spPr/>
    </dgm:pt>
    <dgm:pt modelId="{944F6125-43E8-461A-A0D7-7258F1304C79}" type="pres">
      <dgm:prSet presAssocID="{03252345-3739-452A-BA4D-97EB94BCEA3D}" presName="vertSpace2b" presStyleCnt="0"/>
      <dgm:spPr/>
    </dgm:pt>
    <dgm:pt modelId="{0C983E01-05DE-48C6-BFD2-58C6D9AA36E1}" type="pres">
      <dgm:prSet presAssocID="{424F5155-6842-428C-8550-8AF1A35C714E}" presName="horz2" presStyleCnt="0"/>
      <dgm:spPr/>
    </dgm:pt>
    <dgm:pt modelId="{21ABC566-D19F-4B2B-AD8A-00A84657B9D9}" type="pres">
      <dgm:prSet presAssocID="{424F5155-6842-428C-8550-8AF1A35C714E}" presName="horzSpace2" presStyleCnt="0"/>
      <dgm:spPr/>
    </dgm:pt>
    <dgm:pt modelId="{2DEF67C1-3561-45C4-A1E3-82FE8B53EBE0}" type="pres">
      <dgm:prSet presAssocID="{424F5155-6842-428C-8550-8AF1A35C714E}" presName="tx2" presStyleLbl="revTx" presStyleIdx="4" presStyleCnt="11"/>
      <dgm:spPr/>
    </dgm:pt>
    <dgm:pt modelId="{71A78C1A-9561-4F6F-9DDB-715BC1875876}" type="pres">
      <dgm:prSet presAssocID="{424F5155-6842-428C-8550-8AF1A35C714E}" presName="vert2" presStyleCnt="0"/>
      <dgm:spPr/>
    </dgm:pt>
    <dgm:pt modelId="{22B52686-43F4-4AD3-BBFB-655CC44AF8E8}" type="pres">
      <dgm:prSet presAssocID="{424F5155-6842-428C-8550-8AF1A35C714E}" presName="thinLine2b" presStyleLbl="callout" presStyleIdx="3" presStyleCnt="9"/>
      <dgm:spPr/>
    </dgm:pt>
    <dgm:pt modelId="{2BE8F62A-CC93-4A86-85E3-2A5BE2FBAA67}" type="pres">
      <dgm:prSet presAssocID="{424F5155-6842-428C-8550-8AF1A35C714E}" presName="vertSpace2b" presStyleCnt="0"/>
      <dgm:spPr/>
    </dgm:pt>
    <dgm:pt modelId="{52E5F88E-D7B6-4F4E-9A23-91889BA76F2C}" type="pres">
      <dgm:prSet presAssocID="{1AB3C50A-FCBF-4AEF-8D4D-858CFA132352}" presName="horz2" presStyleCnt="0"/>
      <dgm:spPr/>
    </dgm:pt>
    <dgm:pt modelId="{96CD6222-06C5-4C77-9435-AD12F3643AA4}" type="pres">
      <dgm:prSet presAssocID="{1AB3C50A-FCBF-4AEF-8D4D-858CFA132352}" presName="horzSpace2" presStyleCnt="0"/>
      <dgm:spPr/>
    </dgm:pt>
    <dgm:pt modelId="{983E5E44-A04E-4C45-A005-9093A3A3B4CB}" type="pres">
      <dgm:prSet presAssocID="{1AB3C50A-FCBF-4AEF-8D4D-858CFA132352}" presName="tx2" presStyleLbl="revTx" presStyleIdx="5" presStyleCnt="11"/>
      <dgm:spPr/>
    </dgm:pt>
    <dgm:pt modelId="{5D500886-9F72-4021-B554-67D3AB3B85DC}" type="pres">
      <dgm:prSet presAssocID="{1AB3C50A-FCBF-4AEF-8D4D-858CFA132352}" presName="vert2" presStyleCnt="0"/>
      <dgm:spPr/>
    </dgm:pt>
    <dgm:pt modelId="{FE17434E-1769-416F-80B4-AC810D6A7416}" type="pres">
      <dgm:prSet presAssocID="{1AB3C50A-FCBF-4AEF-8D4D-858CFA132352}" presName="thinLine2b" presStyleLbl="callout" presStyleIdx="4" presStyleCnt="9"/>
      <dgm:spPr/>
    </dgm:pt>
    <dgm:pt modelId="{78197AE8-C616-4551-BFF4-3BFA1832BDE9}" type="pres">
      <dgm:prSet presAssocID="{1AB3C50A-FCBF-4AEF-8D4D-858CFA132352}" presName="vertSpace2b" presStyleCnt="0"/>
      <dgm:spPr/>
    </dgm:pt>
    <dgm:pt modelId="{35E799D7-70AF-4F27-9DE3-6D06E26E6BCC}" type="pres">
      <dgm:prSet presAssocID="{A53334CF-783B-42FC-B557-FFF66E2E05D2}" presName="thickLine" presStyleLbl="alignNode1" presStyleIdx="1" presStyleCnt="2"/>
      <dgm:spPr/>
    </dgm:pt>
    <dgm:pt modelId="{186F0939-FD06-47DB-9B3F-583CBCBFAE97}" type="pres">
      <dgm:prSet presAssocID="{A53334CF-783B-42FC-B557-FFF66E2E05D2}" presName="horz1" presStyleCnt="0"/>
      <dgm:spPr/>
    </dgm:pt>
    <dgm:pt modelId="{47CD64A2-36D7-4A3C-A37E-4C57E70E268C}" type="pres">
      <dgm:prSet presAssocID="{A53334CF-783B-42FC-B557-FFF66E2E05D2}" presName="tx1" presStyleLbl="revTx" presStyleIdx="6" presStyleCnt="11"/>
      <dgm:spPr/>
    </dgm:pt>
    <dgm:pt modelId="{16B341A0-64D3-4AA0-B65B-AAF90D3A6D05}" type="pres">
      <dgm:prSet presAssocID="{A53334CF-783B-42FC-B557-FFF66E2E05D2}" presName="vert1" presStyleCnt="0"/>
      <dgm:spPr/>
    </dgm:pt>
    <dgm:pt modelId="{2FDE0134-BF09-4F68-9BEE-3D02C79367E6}" type="pres">
      <dgm:prSet presAssocID="{75A75020-BBF6-4BBF-ADE0-972BFBC36D33}" presName="vertSpace2a" presStyleCnt="0"/>
      <dgm:spPr/>
    </dgm:pt>
    <dgm:pt modelId="{A448DA83-36E0-43F4-9170-DB2ECF1EC4B1}" type="pres">
      <dgm:prSet presAssocID="{75A75020-BBF6-4BBF-ADE0-972BFBC36D33}" presName="horz2" presStyleCnt="0"/>
      <dgm:spPr/>
    </dgm:pt>
    <dgm:pt modelId="{E3F80F44-ED97-496F-B5FC-0700F49AC136}" type="pres">
      <dgm:prSet presAssocID="{75A75020-BBF6-4BBF-ADE0-972BFBC36D33}" presName="horzSpace2" presStyleCnt="0"/>
      <dgm:spPr/>
    </dgm:pt>
    <dgm:pt modelId="{09DEAE58-C63F-4AF0-B63C-1C6CB7DE44F1}" type="pres">
      <dgm:prSet presAssocID="{75A75020-BBF6-4BBF-ADE0-972BFBC36D33}" presName="tx2" presStyleLbl="revTx" presStyleIdx="7" presStyleCnt="11"/>
      <dgm:spPr/>
    </dgm:pt>
    <dgm:pt modelId="{B159A196-85D4-4CE5-ABE9-561064DB1EEF}" type="pres">
      <dgm:prSet presAssocID="{75A75020-BBF6-4BBF-ADE0-972BFBC36D33}" presName="vert2" presStyleCnt="0"/>
      <dgm:spPr/>
    </dgm:pt>
    <dgm:pt modelId="{9AC68912-BAFB-44D4-B6BD-851A3B99645E}" type="pres">
      <dgm:prSet presAssocID="{75A75020-BBF6-4BBF-ADE0-972BFBC36D33}" presName="thinLine2b" presStyleLbl="callout" presStyleIdx="5" presStyleCnt="9"/>
      <dgm:spPr/>
    </dgm:pt>
    <dgm:pt modelId="{0845559E-87EA-4A19-A076-F461B57341FD}" type="pres">
      <dgm:prSet presAssocID="{75A75020-BBF6-4BBF-ADE0-972BFBC36D33}" presName="vertSpace2b" presStyleCnt="0"/>
      <dgm:spPr/>
    </dgm:pt>
    <dgm:pt modelId="{668C4BCC-2D6D-4E1F-88E7-EC70B6D9C991}" type="pres">
      <dgm:prSet presAssocID="{CC8160C3-CBEA-4B2C-A4FC-ADB710CB47EF}" presName="horz2" presStyleCnt="0"/>
      <dgm:spPr/>
    </dgm:pt>
    <dgm:pt modelId="{E4C973DE-24E6-4855-BA4F-DA07425F5AC0}" type="pres">
      <dgm:prSet presAssocID="{CC8160C3-CBEA-4B2C-A4FC-ADB710CB47EF}" presName="horzSpace2" presStyleCnt="0"/>
      <dgm:spPr/>
    </dgm:pt>
    <dgm:pt modelId="{53FC0197-4AFD-407F-8768-2842A6B8D732}" type="pres">
      <dgm:prSet presAssocID="{CC8160C3-CBEA-4B2C-A4FC-ADB710CB47EF}" presName="tx2" presStyleLbl="revTx" presStyleIdx="8" presStyleCnt="11"/>
      <dgm:spPr/>
    </dgm:pt>
    <dgm:pt modelId="{B5A222EF-7C8F-4C56-A1EC-93B286520522}" type="pres">
      <dgm:prSet presAssocID="{CC8160C3-CBEA-4B2C-A4FC-ADB710CB47EF}" presName="vert2" presStyleCnt="0"/>
      <dgm:spPr/>
    </dgm:pt>
    <dgm:pt modelId="{0CEB85DE-7227-4C57-B9FA-5EEC6E36FD96}" type="pres">
      <dgm:prSet presAssocID="{CC8160C3-CBEA-4B2C-A4FC-ADB710CB47EF}" presName="thinLine2b" presStyleLbl="callout" presStyleIdx="6" presStyleCnt="9"/>
      <dgm:spPr/>
    </dgm:pt>
    <dgm:pt modelId="{5A374976-1D2D-419A-8560-0F7B14493560}" type="pres">
      <dgm:prSet presAssocID="{CC8160C3-CBEA-4B2C-A4FC-ADB710CB47EF}" presName="vertSpace2b" presStyleCnt="0"/>
      <dgm:spPr/>
    </dgm:pt>
    <dgm:pt modelId="{BF27FD5B-0A84-4B93-9BBC-98EE62098138}" type="pres">
      <dgm:prSet presAssocID="{6D31FA9B-5825-44D6-A7B7-A7E13CF76391}" presName="horz2" presStyleCnt="0"/>
      <dgm:spPr/>
    </dgm:pt>
    <dgm:pt modelId="{5DB80C34-D09E-4A74-9494-33ECDED18767}" type="pres">
      <dgm:prSet presAssocID="{6D31FA9B-5825-44D6-A7B7-A7E13CF76391}" presName="horzSpace2" presStyleCnt="0"/>
      <dgm:spPr/>
    </dgm:pt>
    <dgm:pt modelId="{9A6315B2-11EA-415B-AEF6-96A923313A4F}" type="pres">
      <dgm:prSet presAssocID="{6D31FA9B-5825-44D6-A7B7-A7E13CF76391}" presName="tx2" presStyleLbl="revTx" presStyleIdx="9" presStyleCnt="11"/>
      <dgm:spPr/>
    </dgm:pt>
    <dgm:pt modelId="{E149EC40-1AC8-40B6-8FEA-871D99C5CA5A}" type="pres">
      <dgm:prSet presAssocID="{6D31FA9B-5825-44D6-A7B7-A7E13CF76391}" presName="vert2" presStyleCnt="0"/>
      <dgm:spPr/>
    </dgm:pt>
    <dgm:pt modelId="{A05E1412-75AF-4A15-BDDB-5DDAC334D968}" type="pres">
      <dgm:prSet presAssocID="{6D31FA9B-5825-44D6-A7B7-A7E13CF76391}" presName="thinLine2b" presStyleLbl="callout" presStyleIdx="7" presStyleCnt="9"/>
      <dgm:spPr/>
    </dgm:pt>
    <dgm:pt modelId="{E9C1628B-6FFB-49CE-8E18-9B1CCEDE3668}" type="pres">
      <dgm:prSet presAssocID="{6D31FA9B-5825-44D6-A7B7-A7E13CF76391}" presName="vertSpace2b" presStyleCnt="0"/>
      <dgm:spPr/>
    </dgm:pt>
    <dgm:pt modelId="{DDE4EB06-0129-450D-94C0-67163B153B28}" type="pres">
      <dgm:prSet presAssocID="{754923EC-B20B-4612-8BE1-5D06BCE2E0AC}" presName="horz2" presStyleCnt="0"/>
      <dgm:spPr/>
    </dgm:pt>
    <dgm:pt modelId="{D0D8779B-0FD3-45E6-B02E-ABEA0EAD8F37}" type="pres">
      <dgm:prSet presAssocID="{754923EC-B20B-4612-8BE1-5D06BCE2E0AC}" presName="horzSpace2" presStyleCnt="0"/>
      <dgm:spPr/>
    </dgm:pt>
    <dgm:pt modelId="{E8D5CBE2-124E-40B1-8E10-A29B0B540C95}" type="pres">
      <dgm:prSet presAssocID="{754923EC-B20B-4612-8BE1-5D06BCE2E0AC}" presName="tx2" presStyleLbl="revTx" presStyleIdx="10" presStyleCnt="11"/>
      <dgm:spPr/>
    </dgm:pt>
    <dgm:pt modelId="{1BD8D951-E07C-42E0-8CA8-01E01A1FAFFC}" type="pres">
      <dgm:prSet presAssocID="{754923EC-B20B-4612-8BE1-5D06BCE2E0AC}" presName="vert2" presStyleCnt="0"/>
      <dgm:spPr/>
    </dgm:pt>
    <dgm:pt modelId="{6C3DCF78-8583-43F3-82E5-7AC84987DA86}" type="pres">
      <dgm:prSet presAssocID="{754923EC-B20B-4612-8BE1-5D06BCE2E0AC}" presName="thinLine2b" presStyleLbl="callout" presStyleIdx="8" presStyleCnt="9"/>
      <dgm:spPr/>
    </dgm:pt>
    <dgm:pt modelId="{B6C80E7E-57D2-4974-9196-A4117D012051}" type="pres">
      <dgm:prSet presAssocID="{754923EC-B20B-4612-8BE1-5D06BCE2E0AC}" presName="vertSpace2b" presStyleCnt="0"/>
      <dgm:spPr/>
    </dgm:pt>
  </dgm:ptLst>
  <dgm:cxnLst>
    <dgm:cxn modelId="{F9DED507-4A64-4E4B-AE63-32F64D2EBC83}" srcId="{A53334CF-783B-42FC-B557-FFF66E2E05D2}" destId="{6D31FA9B-5825-44D6-A7B7-A7E13CF76391}" srcOrd="2" destOrd="0" parTransId="{60A03EBB-DD5F-4EB0-87AF-3D9F054F1C6B}" sibTransId="{294F068C-AB69-4146-8869-F6528665FB95}"/>
    <dgm:cxn modelId="{DFBF6E1F-8439-43DA-ABDE-92096D0ED178}" type="presOf" srcId="{75A75020-BBF6-4BBF-ADE0-972BFBC36D33}" destId="{09DEAE58-C63F-4AF0-B63C-1C6CB7DE44F1}" srcOrd="0" destOrd="0" presId="urn:microsoft.com/office/officeart/2008/layout/LinedList"/>
    <dgm:cxn modelId="{099DF722-9E67-4C89-ADB0-EBF86BB3D64F}" type="presOf" srcId="{03252345-3739-452A-BA4D-97EB94BCEA3D}" destId="{3C3CD24A-FFA1-43F4-A51F-49FCF81342D4}" srcOrd="0" destOrd="0" presId="urn:microsoft.com/office/officeart/2008/layout/LinedList"/>
    <dgm:cxn modelId="{1620662F-DA17-419C-B6BD-3BACF7135A4F}" srcId="{A53334CF-783B-42FC-B557-FFF66E2E05D2}" destId="{75A75020-BBF6-4BBF-ADE0-972BFBC36D33}" srcOrd="0" destOrd="0" parTransId="{B1110A01-6977-4B28-B5E0-6A17E81270E9}" sibTransId="{D09B6A6E-315D-49EF-95B1-6462E9EEBD0A}"/>
    <dgm:cxn modelId="{AE86C032-8682-4BF1-BB68-6ADD0BB41A54}" type="presOf" srcId="{1AB3C50A-FCBF-4AEF-8D4D-858CFA132352}" destId="{983E5E44-A04E-4C45-A005-9093A3A3B4CB}" srcOrd="0" destOrd="0" presId="urn:microsoft.com/office/officeart/2008/layout/LinedList"/>
    <dgm:cxn modelId="{9F6C3140-939F-4D3D-B0B7-B516E250A006}" type="presOf" srcId="{34C133A9-4E63-474C-93DD-32EDE76F4D16}" destId="{E478383E-DAE8-4801-A304-9A3B4EF375BF}" srcOrd="0" destOrd="0" presId="urn:microsoft.com/office/officeart/2008/layout/LinedList"/>
    <dgm:cxn modelId="{88749E44-69B6-44A7-84E1-1FCE1F2B1FA3}" srcId="{A53334CF-783B-42FC-B557-FFF66E2E05D2}" destId="{CC8160C3-CBEA-4B2C-A4FC-ADB710CB47EF}" srcOrd="1" destOrd="0" parTransId="{6C195E6E-746B-4A1A-B6A2-0D8E1F3C96F3}" sibTransId="{03BB51D0-D42A-486F-91B9-A792572A8A53}"/>
    <dgm:cxn modelId="{73FD3553-7C9A-4430-B54F-6EEDA45EBDF9}" type="presOf" srcId="{CC8160C3-CBEA-4B2C-A4FC-ADB710CB47EF}" destId="{53FC0197-4AFD-407F-8768-2842A6B8D732}" srcOrd="0" destOrd="0" presId="urn:microsoft.com/office/officeart/2008/layout/LinedList"/>
    <dgm:cxn modelId="{F43D4F56-65EA-49BB-849E-6F31E2BDE7F9}" type="presOf" srcId="{6D31FA9B-5825-44D6-A7B7-A7E13CF76391}" destId="{9A6315B2-11EA-415B-AEF6-96A923313A4F}" srcOrd="0" destOrd="0" presId="urn:microsoft.com/office/officeart/2008/layout/LinedList"/>
    <dgm:cxn modelId="{FC356D67-8C98-4512-9C59-5C82B1CE4E88}" srcId="{0FEA5DDF-8CA7-4CF6-8462-91985CBA858E}" destId="{00FCB9CF-8E88-4656-B329-0EF4CD576DB1}" srcOrd="1" destOrd="0" parTransId="{9CC6512F-47BA-481F-A700-1714B90A213B}" sibTransId="{2426879B-88A3-42A4-8EDF-1BA13727DBB9}"/>
    <dgm:cxn modelId="{C5292181-7D3D-42D3-9D04-BE4E6F830736}" srcId="{0FEA5DDF-8CA7-4CF6-8462-91985CBA858E}" destId="{34C133A9-4E63-474C-93DD-32EDE76F4D16}" srcOrd="0" destOrd="0" parTransId="{1997A60F-C4B1-47EF-89EF-A6A6777F3A3D}" sibTransId="{4B2380FF-F43D-4B58-9915-DF12CA02B093}"/>
    <dgm:cxn modelId="{71545983-048A-44B1-B54D-4D6E803E9FD3}" srcId="{94581A3B-ABA8-42E0-9F65-99AE66091771}" destId="{0FEA5DDF-8CA7-4CF6-8462-91985CBA858E}" srcOrd="0" destOrd="0" parTransId="{3A254884-79B9-4FED-893D-1A4FCEBD01A6}" sibTransId="{75CDBFEE-6D15-45F7-8507-73DA1B0A12EC}"/>
    <dgm:cxn modelId="{C0EEDA90-DFDB-4338-B792-6668EFAB71DD}" type="presOf" srcId="{424F5155-6842-428C-8550-8AF1A35C714E}" destId="{2DEF67C1-3561-45C4-A1E3-82FE8B53EBE0}" srcOrd="0" destOrd="0" presId="urn:microsoft.com/office/officeart/2008/layout/LinedList"/>
    <dgm:cxn modelId="{9F609C9A-2B19-4341-862B-4D96F4B171D0}" type="presOf" srcId="{00FCB9CF-8E88-4656-B329-0EF4CD576DB1}" destId="{65B42824-ABCD-4941-95ED-276275541CED}" srcOrd="0" destOrd="0" presId="urn:microsoft.com/office/officeart/2008/layout/LinedList"/>
    <dgm:cxn modelId="{48D0F0B2-CA28-4003-B124-1EF5E1F9EB9B}" type="presOf" srcId="{0FEA5DDF-8CA7-4CF6-8462-91985CBA858E}" destId="{874648A9-E876-489A-9126-61CB17DF5C0D}" srcOrd="0" destOrd="0" presId="urn:microsoft.com/office/officeart/2008/layout/LinedList"/>
    <dgm:cxn modelId="{6E0804B7-5ABE-483D-AF79-7C8B75E6ED00}" type="presOf" srcId="{754923EC-B20B-4612-8BE1-5D06BCE2E0AC}" destId="{E8D5CBE2-124E-40B1-8E10-A29B0B540C95}" srcOrd="0" destOrd="0" presId="urn:microsoft.com/office/officeart/2008/layout/LinedList"/>
    <dgm:cxn modelId="{D57A5FBC-67CF-40F0-A08C-72E4DD89760E}" srcId="{0FEA5DDF-8CA7-4CF6-8462-91985CBA858E}" destId="{424F5155-6842-428C-8550-8AF1A35C714E}" srcOrd="3" destOrd="0" parTransId="{673A1993-4EFF-40CE-8070-47F6EA8F174C}" sibTransId="{E5A581D9-15BF-4CE9-9864-EDEFDFCAFA9A}"/>
    <dgm:cxn modelId="{18C341C2-77AF-40FF-A026-6979374A97D9}" srcId="{A53334CF-783B-42FC-B557-FFF66E2E05D2}" destId="{754923EC-B20B-4612-8BE1-5D06BCE2E0AC}" srcOrd="3" destOrd="0" parTransId="{2D162CCE-B324-480C-A8DD-DD49F82EC905}" sibTransId="{30A24510-0B73-4F32-9360-CD00F9033810}"/>
    <dgm:cxn modelId="{067CCAC3-B2A5-4297-8BFC-C4C2AE440495}" srcId="{0FEA5DDF-8CA7-4CF6-8462-91985CBA858E}" destId="{1AB3C50A-FCBF-4AEF-8D4D-858CFA132352}" srcOrd="4" destOrd="0" parTransId="{6F8AF8EE-1483-49F4-B1BD-9270353240AB}" sibTransId="{D228A856-B4EA-4A06-BE7E-87E1FD67A21F}"/>
    <dgm:cxn modelId="{E12136D6-F754-4A2F-9F2D-B1F48429C4AC}" srcId="{94581A3B-ABA8-42E0-9F65-99AE66091771}" destId="{A53334CF-783B-42FC-B557-FFF66E2E05D2}" srcOrd="1" destOrd="0" parTransId="{13B420E3-4937-4089-9423-3CE0A3255A00}" sibTransId="{A207EFD1-7D61-4B16-9C2B-D5F4572D02EF}"/>
    <dgm:cxn modelId="{5AF573DF-26F6-42A1-8D59-8C4C3D4762A8}" type="presOf" srcId="{A53334CF-783B-42FC-B557-FFF66E2E05D2}" destId="{47CD64A2-36D7-4A3C-A37E-4C57E70E268C}" srcOrd="0" destOrd="0" presId="urn:microsoft.com/office/officeart/2008/layout/LinedList"/>
    <dgm:cxn modelId="{4A8563E7-0348-4D52-A07C-3856859F148A}" srcId="{0FEA5DDF-8CA7-4CF6-8462-91985CBA858E}" destId="{03252345-3739-452A-BA4D-97EB94BCEA3D}" srcOrd="2" destOrd="0" parTransId="{E4D09AE5-4D4A-4E99-91D6-CB0328A9F1F4}" sibTransId="{F7103C0D-88B6-451D-B8EF-1B81AC3A0B4E}"/>
    <dgm:cxn modelId="{DFDDD4F2-8737-465A-9A0D-A42DB973B6ED}" type="presOf" srcId="{94581A3B-ABA8-42E0-9F65-99AE66091771}" destId="{D94C185D-B1E3-4447-A68D-B59BDE69D460}" srcOrd="0" destOrd="0" presId="urn:microsoft.com/office/officeart/2008/layout/LinedList"/>
    <dgm:cxn modelId="{74BA8CC2-BD7C-49E9-A203-F7E770F6ABCF}" type="presParOf" srcId="{D94C185D-B1E3-4447-A68D-B59BDE69D460}" destId="{A33D588D-59B1-45A3-B876-1ED5E9197791}" srcOrd="0" destOrd="0" presId="urn:microsoft.com/office/officeart/2008/layout/LinedList"/>
    <dgm:cxn modelId="{7AA1DD74-5EC5-43BB-856E-EE6D7CD7E7F2}" type="presParOf" srcId="{D94C185D-B1E3-4447-A68D-B59BDE69D460}" destId="{E3175BB1-EBF8-4416-B4D4-D4E4BD7176AE}" srcOrd="1" destOrd="0" presId="urn:microsoft.com/office/officeart/2008/layout/LinedList"/>
    <dgm:cxn modelId="{47B0C055-5A98-4AD4-B6A7-53BF933CB895}" type="presParOf" srcId="{E3175BB1-EBF8-4416-B4D4-D4E4BD7176AE}" destId="{874648A9-E876-489A-9126-61CB17DF5C0D}" srcOrd="0" destOrd="0" presId="urn:microsoft.com/office/officeart/2008/layout/LinedList"/>
    <dgm:cxn modelId="{FB1D4381-D73C-4242-99E1-D7824362DF2C}" type="presParOf" srcId="{E3175BB1-EBF8-4416-B4D4-D4E4BD7176AE}" destId="{2E9EDDA9-E641-4CE6-8DDB-1D8FCC40A36F}" srcOrd="1" destOrd="0" presId="urn:microsoft.com/office/officeart/2008/layout/LinedList"/>
    <dgm:cxn modelId="{8394FE7B-85E9-4441-80AA-8F9A7AA752E8}" type="presParOf" srcId="{2E9EDDA9-E641-4CE6-8DDB-1D8FCC40A36F}" destId="{C278E41A-4B7E-47E3-96AE-E57F4B91CBE3}" srcOrd="0" destOrd="0" presId="urn:microsoft.com/office/officeart/2008/layout/LinedList"/>
    <dgm:cxn modelId="{7EA8CB8F-BBB5-469A-A7E6-709B53C55ADC}" type="presParOf" srcId="{2E9EDDA9-E641-4CE6-8DDB-1D8FCC40A36F}" destId="{92BAB1EF-38AA-49C6-8EA9-737A70CA2E52}" srcOrd="1" destOrd="0" presId="urn:microsoft.com/office/officeart/2008/layout/LinedList"/>
    <dgm:cxn modelId="{76065145-4F67-489F-9D72-C9B7E8B1013F}" type="presParOf" srcId="{92BAB1EF-38AA-49C6-8EA9-737A70CA2E52}" destId="{F7943973-B2FE-48E3-9982-AD895A389B7D}" srcOrd="0" destOrd="0" presId="urn:microsoft.com/office/officeart/2008/layout/LinedList"/>
    <dgm:cxn modelId="{ABB8FC3E-51B0-4BA2-9819-C1B97303D631}" type="presParOf" srcId="{92BAB1EF-38AA-49C6-8EA9-737A70CA2E52}" destId="{E478383E-DAE8-4801-A304-9A3B4EF375BF}" srcOrd="1" destOrd="0" presId="urn:microsoft.com/office/officeart/2008/layout/LinedList"/>
    <dgm:cxn modelId="{02B6F20E-5666-4A6E-8245-4EEB322EF5C7}" type="presParOf" srcId="{92BAB1EF-38AA-49C6-8EA9-737A70CA2E52}" destId="{F407CE4D-4300-4A71-91A7-0903C693252F}" srcOrd="2" destOrd="0" presId="urn:microsoft.com/office/officeart/2008/layout/LinedList"/>
    <dgm:cxn modelId="{835FA874-A39B-4361-88B6-072B9F60B728}" type="presParOf" srcId="{2E9EDDA9-E641-4CE6-8DDB-1D8FCC40A36F}" destId="{7DB30057-2D16-449C-93A5-A0864376F7F0}" srcOrd="2" destOrd="0" presId="urn:microsoft.com/office/officeart/2008/layout/LinedList"/>
    <dgm:cxn modelId="{BE5D6163-55A7-40C0-B015-B97CA98C84B1}" type="presParOf" srcId="{2E9EDDA9-E641-4CE6-8DDB-1D8FCC40A36F}" destId="{6F4BF368-9AEA-40A5-9581-8EB0B15B7F1D}" srcOrd="3" destOrd="0" presId="urn:microsoft.com/office/officeart/2008/layout/LinedList"/>
    <dgm:cxn modelId="{4B6F76AE-FF14-4217-804D-4CE6C9ADB973}" type="presParOf" srcId="{2E9EDDA9-E641-4CE6-8DDB-1D8FCC40A36F}" destId="{0FCD57F1-988C-41CA-AA8A-CD29650A9724}" srcOrd="4" destOrd="0" presId="urn:microsoft.com/office/officeart/2008/layout/LinedList"/>
    <dgm:cxn modelId="{2E338F3C-5BE5-4613-B3E7-2B61AB1F3752}" type="presParOf" srcId="{0FCD57F1-988C-41CA-AA8A-CD29650A9724}" destId="{7F012C6C-D7BE-477F-8AA2-3F6A193016D7}" srcOrd="0" destOrd="0" presId="urn:microsoft.com/office/officeart/2008/layout/LinedList"/>
    <dgm:cxn modelId="{184C3FD1-201A-423E-8B1B-4EEFAFCE9C04}" type="presParOf" srcId="{0FCD57F1-988C-41CA-AA8A-CD29650A9724}" destId="{65B42824-ABCD-4941-95ED-276275541CED}" srcOrd="1" destOrd="0" presId="urn:microsoft.com/office/officeart/2008/layout/LinedList"/>
    <dgm:cxn modelId="{D37409F7-0BF7-435A-873D-35C86717B456}" type="presParOf" srcId="{0FCD57F1-988C-41CA-AA8A-CD29650A9724}" destId="{29DD41AE-E040-4139-B5AB-63C398F0B8A1}" srcOrd="2" destOrd="0" presId="urn:microsoft.com/office/officeart/2008/layout/LinedList"/>
    <dgm:cxn modelId="{A6D775A3-EBC1-450E-9722-0052FF5FC58A}" type="presParOf" srcId="{2E9EDDA9-E641-4CE6-8DDB-1D8FCC40A36F}" destId="{22A654E9-7592-401E-AA5D-A7E5983FC250}" srcOrd="5" destOrd="0" presId="urn:microsoft.com/office/officeart/2008/layout/LinedList"/>
    <dgm:cxn modelId="{93AD0B39-443E-4440-8805-AB55339FBB80}" type="presParOf" srcId="{2E9EDDA9-E641-4CE6-8DDB-1D8FCC40A36F}" destId="{810F07CD-CFB5-497F-A2C8-AD697F2DA356}" srcOrd="6" destOrd="0" presId="urn:microsoft.com/office/officeart/2008/layout/LinedList"/>
    <dgm:cxn modelId="{D83C7335-C845-40DE-B73D-EBED2F73C32A}" type="presParOf" srcId="{2E9EDDA9-E641-4CE6-8DDB-1D8FCC40A36F}" destId="{1269FC1C-8A43-4486-9D99-869887CF9DE5}" srcOrd="7" destOrd="0" presId="urn:microsoft.com/office/officeart/2008/layout/LinedList"/>
    <dgm:cxn modelId="{3584AE6E-EFD0-4BC5-9986-5B564EEA651F}" type="presParOf" srcId="{1269FC1C-8A43-4486-9D99-869887CF9DE5}" destId="{71AC7DB7-C4BA-4E43-AB53-C1AB8F1AE5AA}" srcOrd="0" destOrd="0" presId="urn:microsoft.com/office/officeart/2008/layout/LinedList"/>
    <dgm:cxn modelId="{08284EA1-D589-46FD-9B7F-D225D9AABA01}" type="presParOf" srcId="{1269FC1C-8A43-4486-9D99-869887CF9DE5}" destId="{3C3CD24A-FFA1-43F4-A51F-49FCF81342D4}" srcOrd="1" destOrd="0" presId="urn:microsoft.com/office/officeart/2008/layout/LinedList"/>
    <dgm:cxn modelId="{1F49A1BC-05BC-4E76-8F2B-3B913E0A7399}" type="presParOf" srcId="{1269FC1C-8A43-4486-9D99-869887CF9DE5}" destId="{9BDA4D19-7552-47A4-B4D8-23C0F7496B1E}" srcOrd="2" destOrd="0" presId="urn:microsoft.com/office/officeart/2008/layout/LinedList"/>
    <dgm:cxn modelId="{269E9498-B31F-4829-9056-4100048634A4}" type="presParOf" srcId="{2E9EDDA9-E641-4CE6-8DDB-1D8FCC40A36F}" destId="{DDFFD4CD-CFD4-4C08-8F72-ED2A467C2D8D}" srcOrd="8" destOrd="0" presId="urn:microsoft.com/office/officeart/2008/layout/LinedList"/>
    <dgm:cxn modelId="{FE26A045-E8EC-4712-B1FA-DABE661361E0}" type="presParOf" srcId="{2E9EDDA9-E641-4CE6-8DDB-1D8FCC40A36F}" destId="{944F6125-43E8-461A-A0D7-7258F1304C79}" srcOrd="9" destOrd="0" presId="urn:microsoft.com/office/officeart/2008/layout/LinedList"/>
    <dgm:cxn modelId="{F93BC377-2D0D-4965-B67E-84E9D80D2E58}" type="presParOf" srcId="{2E9EDDA9-E641-4CE6-8DDB-1D8FCC40A36F}" destId="{0C983E01-05DE-48C6-BFD2-58C6D9AA36E1}" srcOrd="10" destOrd="0" presId="urn:microsoft.com/office/officeart/2008/layout/LinedList"/>
    <dgm:cxn modelId="{A3CD336E-2896-4FFE-B90D-AB73BF685217}" type="presParOf" srcId="{0C983E01-05DE-48C6-BFD2-58C6D9AA36E1}" destId="{21ABC566-D19F-4B2B-AD8A-00A84657B9D9}" srcOrd="0" destOrd="0" presId="urn:microsoft.com/office/officeart/2008/layout/LinedList"/>
    <dgm:cxn modelId="{F971F7CA-FA9D-4FB7-A7D0-32FFC0CEF276}" type="presParOf" srcId="{0C983E01-05DE-48C6-BFD2-58C6D9AA36E1}" destId="{2DEF67C1-3561-45C4-A1E3-82FE8B53EBE0}" srcOrd="1" destOrd="0" presId="urn:microsoft.com/office/officeart/2008/layout/LinedList"/>
    <dgm:cxn modelId="{38B2990B-18B8-4215-844E-B71D1F3C9C92}" type="presParOf" srcId="{0C983E01-05DE-48C6-BFD2-58C6D9AA36E1}" destId="{71A78C1A-9561-4F6F-9DDB-715BC1875876}" srcOrd="2" destOrd="0" presId="urn:microsoft.com/office/officeart/2008/layout/LinedList"/>
    <dgm:cxn modelId="{B04EADF4-B637-4340-BBC0-5A7380563844}" type="presParOf" srcId="{2E9EDDA9-E641-4CE6-8DDB-1D8FCC40A36F}" destId="{22B52686-43F4-4AD3-BBFB-655CC44AF8E8}" srcOrd="11" destOrd="0" presId="urn:microsoft.com/office/officeart/2008/layout/LinedList"/>
    <dgm:cxn modelId="{5050C356-DA2D-4760-845A-AC89D580BC40}" type="presParOf" srcId="{2E9EDDA9-E641-4CE6-8DDB-1D8FCC40A36F}" destId="{2BE8F62A-CC93-4A86-85E3-2A5BE2FBAA67}" srcOrd="12" destOrd="0" presId="urn:microsoft.com/office/officeart/2008/layout/LinedList"/>
    <dgm:cxn modelId="{93A420B1-4479-44FE-BEEC-418B52B67623}" type="presParOf" srcId="{2E9EDDA9-E641-4CE6-8DDB-1D8FCC40A36F}" destId="{52E5F88E-D7B6-4F4E-9A23-91889BA76F2C}" srcOrd="13" destOrd="0" presId="urn:microsoft.com/office/officeart/2008/layout/LinedList"/>
    <dgm:cxn modelId="{4AFCFA21-2136-4784-BA36-ED412A36656B}" type="presParOf" srcId="{52E5F88E-D7B6-4F4E-9A23-91889BA76F2C}" destId="{96CD6222-06C5-4C77-9435-AD12F3643AA4}" srcOrd="0" destOrd="0" presId="urn:microsoft.com/office/officeart/2008/layout/LinedList"/>
    <dgm:cxn modelId="{50D5400F-E1B3-4B01-9C97-DA74014E319A}" type="presParOf" srcId="{52E5F88E-D7B6-4F4E-9A23-91889BA76F2C}" destId="{983E5E44-A04E-4C45-A005-9093A3A3B4CB}" srcOrd="1" destOrd="0" presId="urn:microsoft.com/office/officeart/2008/layout/LinedList"/>
    <dgm:cxn modelId="{FAE7F5EE-6DB5-46E3-B378-A6CC18301BED}" type="presParOf" srcId="{52E5F88E-D7B6-4F4E-9A23-91889BA76F2C}" destId="{5D500886-9F72-4021-B554-67D3AB3B85DC}" srcOrd="2" destOrd="0" presId="urn:microsoft.com/office/officeart/2008/layout/LinedList"/>
    <dgm:cxn modelId="{AB965404-4C50-4094-912E-B3D65F53D5AE}" type="presParOf" srcId="{2E9EDDA9-E641-4CE6-8DDB-1D8FCC40A36F}" destId="{FE17434E-1769-416F-80B4-AC810D6A7416}" srcOrd="14" destOrd="0" presId="urn:microsoft.com/office/officeart/2008/layout/LinedList"/>
    <dgm:cxn modelId="{33E917A8-BFFA-4CA3-9614-07610D7AA34D}" type="presParOf" srcId="{2E9EDDA9-E641-4CE6-8DDB-1D8FCC40A36F}" destId="{78197AE8-C616-4551-BFF4-3BFA1832BDE9}" srcOrd="15" destOrd="0" presId="urn:microsoft.com/office/officeart/2008/layout/LinedList"/>
    <dgm:cxn modelId="{C05509F8-5EEC-44AD-9832-062C18C0FB23}" type="presParOf" srcId="{D94C185D-B1E3-4447-A68D-B59BDE69D460}" destId="{35E799D7-70AF-4F27-9DE3-6D06E26E6BCC}" srcOrd="2" destOrd="0" presId="urn:microsoft.com/office/officeart/2008/layout/LinedList"/>
    <dgm:cxn modelId="{DF52CCB2-2455-450D-AFF3-B8794DDF699E}" type="presParOf" srcId="{D94C185D-B1E3-4447-A68D-B59BDE69D460}" destId="{186F0939-FD06-47DB-9B3F-583CBCBFAE97}" srcOrd="3" destOrd="0" presId="urn:microsoft.com/office/officeart/2008/layout/LinedList"/>
    <dgm:cxn modelId="{54BD752B-0714-475A-BA50-7E305F15727F}" type="presParOf" srcId="{186F0939-FD06-47DB-9B3F-583CBCBFAE97}" destId="{47CD64A2-36D7-4A3C-A37E-4C57E70E268C}" srcOrd="0" destOrd="0" presId="urn:microsoft.com/office/officeart/2008/layout/LinedList"/>
    <dgm:cxn modelId="{A88CBA99-A889-4E4D-80DD-168679DB5652}" type="presParOf" srcId="{186F0939-FD06-47DB-9B3F-583CBCBFAE97}" destId="{16B341A0-64D3-4AA0-B65B-AAF90D3A6D05}" srcOrd="1" destOrd="0" presId="urn:microsoft.com/office/officeart/2008/layout/LinedList"/>
    <dgm:cxn modelId="{E354437D-4C2B-464D-BBA9-BBCFC9DE7EC3}" type="presParOf" srcId="{16B341A0-64D3-4AA0-B65B-AAF90D3A6D05}" destId="{2FDE0134-BF09-4F68-9BEE-3D02C79367E6}" srcOrd="0" destOrd="0" presId="urn:microsoft.com/office/officeart/2008/layout/LinedList"/>
    <dgm:cxn modelId="{3E696743-060F-42AC-948F-607DD5809AAF}" type="presParOf" srcId="{16B341A0-64D3-4AA0-B65B-AAF90D3A6D05}" destId="{A448DA83-36E0-43F4-9170-DB2ECF1EC4B1}" srcOrd="1" destOrd="0" presId="urn:microsoft.com/office/officeart/2008/layout/LinedList"/>
    <dgm:cxn modelId="{5E2A66A4-6323-4E25-9FC9-DB7DFD6956C6}" type="presParOf" srcId="{A448DA83-36E0-43F4-9170-DB2ECF1EC4B1}" destId="{E3F80F44-ED97-496F-B5FC-0700F49AC136}" srcOrd="0" destOrd="0" presId="urn:microsoft.com/office/officeart/2008/layout/LinedList"/>
    <dgm:cxn modelId="{490298FA-228F-4C6D-A9D3-A102F883A359}" type="presParOf" srcId="{A448DA83-36E0-43F4-9170-DB2ECF1EC4B1}" destId="{09DEAE58-C63F-4AF0-B63C-1C6CB7DE44F1}" srcOrd="1" destOrd="0" presId="urn:microsoft.com/office/officeart/2008/layout/LinedList"/>
    <dgm:cxn modelId="{2CEBD62F-A124-4E4D-B8F6-E22120EFCEEA}" type="presParOf" srcId="{A448DA83-36E0-43F4-9170-DB2ECF1EC4B1}" destId="{B159A196-85D4-4CE5-ABE9-561064DB1EEF}" srcOrd="2" destOrd="0" presId="urn:microsoft.com/office/officeart/2008/layout/LinedList"/>
    <dgm:cxn modelId="{A6DC3407-FFCC-462D-B726-CF180A5F9DAA}" type="presParOf" srcId="{16B341A0-64D3-4AA0-B65B-AAF90D3A6D05}" destId="{9AC68912-BAFB-44D4-B6BD-851A3B99645E}" srcOrd="2" destOrd="0" presId="urn:microsoft.com/office/officeart/2008/layout/LinedList"/>
    <dgm:cxn modelId="{A6634CBC-EEB3-4270-B750-650762EEB165}" type="presParOf" srcId="{16B341A0-64D3-4AA0-B65B-AAF90D3A6D05}" destId="{0845559E-87EA-4A19-A076-F461B57341FD}" srcOrd="3" destOrd="0" presId="urn:microsoft.com/office/officeart/2008/layout/LinedList"/>
    <dgm:cxn modelId="{51A61D77-446B-44EE-85AA-277D35945689}" type="presParOf" srcId="{16B341A0-64D3-4AA0-B65B-AAF90D3A6D05}" destId="{668C4BCC-2D6D-4E1F-88E7-EC70B6D9C991}" srcOrd="4" destOrd="0" presId="urn:microsoft.com/office/officeart/2008/layout/LinedList"/>
    <dgm:cxn modelId="{46C6831D-0A97-4AB8-9F2B-6CF3B5DB698B}" type="presParOf" srcId="{668C4BCC-2D6D-4E1F-88E7-EC70B6D9C991}" destId="{E4C973DE-24E6-4855-BA4F-DA07425F5AC0}" srcOrd="0" destOrd="0" presId="urn:microsoft.com/office/officeart/2008/layout/LinedList"/>
    <dgm:cxn modelId="{05763759-9B3E-4B8B-9DBD-9D9F333BB2AE}" type="presParOf" srcId="{668C4BCC-2D6D-4E1F-88E7-EC70B6D9C991}" destId="{53FC0197-4AFD-407F-8768-2842A6B8D732}" srcOrd="1" destOrd="0" presId="urn:microsoft.com/office/officeart/2008/layout/LinedList"/>
    <dgm:cxn modelId="{F8968552-5A6D-4465-B708-0F9916EA54A0}" type="presParOf" srcId="{668C4BCC-2D6D-4E1F-88E7-EC70B6D9C991}" destId="{B5A222EF-7C8F-4C56-A1EC-93B286520522}" srcOrd="2" destOrd="0" presId="urn:microsoft.com/office/officeart/2008/layout/LinedList"/>
    <dgm:cxn modelId="{BC54D741-2A55-44F5-8103-6820FBB48EB7}" type="presParOf" srcId="{16B341A0-64D3-4AA0-B65B-AAF90D3A6D05}" destId="{0CEB85DE-7227-4C57-B9FA-5EEC6E36FD96}" srcOrd="5" destOrd="0" presId="urn:microsoft.com/office/officeart/2008/layout/LinedList"/>
    <dgm:cxn modelId="{4BF51223-898C-4F48-87DC-7775A5090106}" type="presParOf" srcId="{16B341A0-64D3-4AA0-B65B-AAF90D3A6D05}" destId="{5A374976-1D2D-419A-8560-0F7B14493560}" srcOrd="6" destOrd="0" presId="urn:microsoft.com/office/officeart/2008/layout/LinedList"/>
    <dgm:cxn modelId="{7342EB15-8753-477D-94E3-89F371383696}" type="presParOf" srcId="{16B341A0-64D3-4AA0-B65B-AAF90D3A6D05}" destId="{BF27FD5B-0A84-4B93-9BBC-98EE62098138}" srcOrd="7" destOrd="0" presId="urn:microsoft.com/office/officeart/2008/layout/LinedList"/>
    <dgm:cxn modelId="{E1D0E8DB-9F29-430B-81DC-FF5A11A8051C}" type="presParOf" srcId="{BF27FD5B-0A84-4B93-9BBC-98EE62098138}" destId="{5DB80C34-D09E-4A74-9494-33ECDED18767}" srcOrd="0" destOrd="0" presId="urn:microsoft.com/office/officeart/2008/layout/LinedList"/>
    <dgm:cxn modelId="{6D9EB257-CA67-46B3-8975-3BEB6E5994DB}" type="presParOf" srcId="{BF27FD5B-0A84-4B93-9BBC-98EE62098138}" destId="{9A6315B2-11EA-415B-AEF6-96A923313A4F}" srcOrd="1" destOrd="0" presId="urn:microsoft.com/office/officeart/2008/layout/LinedList"/>
    <dgm:cxn modelId="{4FC81AD3-2B8F-42FE-9442-5C0864A7D4FD}" type="presParOf" srcId="{BF27FD5B-0A84-4B93-9BBC-98EE62098138}" destId="{E149EC40-1AC8-40B6-8FEA-871D99C5CA5A}" srcOrd="2" destOrd="0" presId="urn:microsoft.com/office/officeart/2008/layout/LinedList"/>
    <dgm:cxn modelId="{D65E7963-161E-48BF-ADC3-E8E1B62A7887}" type="presParOf" srcId="{16B341A0-64D3-4AA0-B65B-AAF90D3A6D05}" destId="{A05E1412-75AF-4A15-BDDB-5DDAC334D968}" srcOrd="8" destOrd="0" presId="urn:microsoft.com/office/officeart/2008/layout/LinedList"/>
    <dgm:cxn modelId="{295E1029-EB72-4C55-808E-67BCB2A84318}" type="presParOf" srcId="{16B341A0-64D3-4AA0-B65B-AAF90D3A6D05}" destId="{E9C1628B-6FFB-49CE-8E18-9B1CCEDE3668}" srcOrd="9" destOrd="0" presId="urn:microsoft.com/office/officeart/2008/layout/LinedList"/>
    <dgm:cxn modelId="{76662CE6-B2A4-4391-81F7-F56EF9E5CEB7}" type="presParOf" srcId="{16B341A0-64D3-4AA0-B65B-AAF90D3A6D05}" destId="{DDE4EB06-0129-450D-94C0-67163B153B28}" srcOrd="10" destOrd="0" presId="urn:microsoft.com/office/officeart/2008/layout/LinedList"/>
    <dgm:cxn modelId="{C077FC67-2D4F-43C3-863A-B951052C35C0}" type="presParOf" srcId="{DDE4EB06-0129-450D-94C0-67163B153B28}" destId="{D0D8779B-0FD3-45E6-B02E-ABEA0EAD8F37}" srcOrd="0" destOrd="0" presId="urn:microsoft.com/office/officeart/2008/layout/LinedList"/>
    <dgm:cxn modelId="{678786E6-AE96-467E-AB84-B1ED43C5B5DC}" type="presParOf" srcId="{DDE4EB06-0129-450D-94C0-67163B153B28}" destId="{E8D5CBE2-124E-40B1-8E10-A29B0B540C95}" srcOrd="1" destOrd="0" presId="urn:microsoft.com/office/officeart/2008/layout/LinedList"/>
    <dgm:cxn modelId="{56D5FF6D-8FE3-437A-9526-F18DB5121D7E}" type="presParOf" srcId="{DDE4EB06-0129-450D-94C0-67163B153B28}" destId="{1BD8D951-E07C-42E0-8CA8-01E01A1FAFFC}" srcOrd="2" destOrd="0" presId="urn:microsoft.com/office/officeart/2008/layout/LinedList"/>
    <dgm:cxn modelId="{2E3AE2CC-58F5-441D-97A6-CF5CE6B13C35}" type="presParOf" srcId="{16B341A0-64D3-4AA0-B65B-AAF90D3A6D05}" destId="{6C3DCF78-8583-43F3-82E5-7AC84987DA86}" srcOrd="11" destOrd="0" presId="urn:microsoft.com/office/officeart/2008/layout/LinedList"/>
    <dgm:cxn modelId="{9CA41F30-B1E7-4582-AFC0-6F93ABAC92FF}" type="presParOf" srcId="{16B341A0-64D3-4AA0-B65B-AAF90D3A6D05}" destId="{B6C80E7E-57D2-4974-9196-A4117D012051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197BB0-DC43-462E-A2C0-15EF4FC38E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4E654D-B39F-411C-8F80-67F7A081EF3F}">
      <dgm:prSet/>
      <dgm:spPr/>
      <dgm:t>
        <a:bodyPr/>
        <a:lstStyle/>
        <a:p>
          <a:r>
            <a:rPr lang="de-CH" b="1"/>
            <a:t>Goroutines:</a:t>
          </a:r>
          <a:endParaRPr lang="en-US"/>
        </a:p>
      </dgm:t>
    </dgm:pt>
    <dgm:pt modelId="{2F9E063A-B2E6-4423-98F7-491FB2008181}" type="parTrans" cxnId="{EB08222A-13F8-4F9E-8DDD-AF660A48FB1A}">
      <dgm:prSet/>
      <dgm:spPr/>
      <dgm:t>
        <a:bodyPr/>
        <a:lstStyle/>
        <a:p>
          <a:endParaRPr lang="en-US"/>
        </a:p>
      </dgm:t>
    </dgm:pt>
    <dgm:pt modelId="{F48483E0-7249-426B-8FCD-AA11C5EDD639}" type="sibTrans" cxnId="{EB08222A-13F8-4F9E-8DDD-AF660A48FB1A}">
      <dgm:prSet/>
      <dgm:spPr/>
      <dgm:t>
        <a:bodyPr/>
        <a:lstStyle/>
        <a:p>
          <a:endParaRPr lang="en-US"/>
        </a:p>
      </dgm:t>
    </dgm:pt>
    <dgm:pt modelId="{44DC462A-0AC9-4248-A8AA-10B02822AAED}">
      <dgm:prSet/>
      <dgm:spPr/>
      <dgm:t>
        <a:bodyPr/>
        <a:lstStyle/>
        <a:p>
          <a:r>
            <a:rPr lang="de-CH"/>
            <a:t>Leichgewichtige Threads</a:t>
          </a:r>
          <a:endParaRPr lang="en-US"/>
        </a:p>
      </dgm:t>
    </dgm:pt>
    <dgm:pt modelId="{2D686651-CE24-480B-B9D1-1013D37D6ED4}" type="parTrans" cxnId="{6A35E5E7-70AC-4089-87A3-4F3EA7FEB9D8}">
      <dgm:prSet/>
      <dgm:spPr/>
      <dgm:t>
        <a:bodyPr/>
        <a:lstStyle/>
        <a:p>
          <a:endParaRPr lang="en-US"/>
        </a:p>
      </dgm:t>
    </dgm:pt>
    <dgm:pt modelId="{3A6D08C3-9A3B-473B-AA54-7F84B8768EA6}" type="sibTrans" cxnId="{6A35E5E7-70AC-4089-87A3-4F3EA7FEB9D8}">
      <dgm:prSet/>
      <dgm:spPr/>
      <dgm:t>
        <a:bodyPr/>
        <a:lstStyle/>
        <a:p>
          <a:endParaRPr lang="en-US"/>
        </a:p>
      </dgm:t>
    </dgm:pt>
    <dgm:pt modelId="{7CA9E791-5EAA-44E6-BF77-78B5E304431C}">
      <dgm:prSet/>
      <dgm:spPr/>
      <dgm:t>
        <a:bodyPr/>
        <a:lstStyle/>
        <a:p>
          <a:r>
            <a:rPr lang="de-CH"/>
            <a:t>Start mit «go» Keyword</a:t>
          </a:r>
          <a:endParaRPr lang="en-US"/>
        </a:p>
      </dgm:t>
    </dgm:pt>
    <dgm:pt modelId="{233FC02B-9510-4594-A6E5-58233BA9116B}" type="parTrans" cxnId="{D2EF62AF-4725-4BD3-8415-6A1082F0F126}">
      <dgm:prSet/>
      <dgm:spPr/>
      <dgm:t>
        <a:bodyPr/>
        <a:lstStyle/>
        <a:p>
          <a:endParaRPr lang="en-US"/>
        </a:p>
      </dgm:t>
    </dgm:pt>
    <dgm:pt modelId="{2EF5EB19-DFFF-4C58-9A10-88103E7EEE17}" type="sibTrans" cxnId="{D2EF62AF-4725-4BD3-8415-6A1082F0F126}">
      <dgm:prSet/>
      <dgm:spPr/>
      <dgm:t>
        <a:bodyPr/>
        <a:lstStyle/>
        <a:p>
          <a:endParaRPr lang="en-US"/>
        </a:p>
      </dgm:t>
    </dgm:pt>
    <dgm:pt modelId="{E6CD5F45-1E18-42E5-81C3-58129D95A67E}">
      <dgm:prSet/>
      <dgm:spPr/>
      <dgm:t>
        <a:bodyPr/>
        <a:lstStyle/>
        <a:p>
          <a:r>
            <a:rPr lang="de-CH"/>
            <a:t>Laufen parallel / nebenläufig</a:t>
          </a:r>
          <a:endParaRPr lang="en-US"/>
        </a:p>
      </dgm:t>
    </dgm:pt>
    <dgm:pt modelId="{9DF9104F-7C6C-4C2A-872B-0160F8FBEE67}" type="parTrans" cxnId="{50DF9820-0C5E-4148-B89A-25482C4AF1F3}">
      <dgm:prSet/>
      <dgm:spPr/>
      <dgm:t>
        <a:bodyPr/>
        <a:lstStyle/>
        <a:p>
          <a:endParaRPr lang="en-US"/>
        </a:p>
      </dgm:t>
    </dgm:pt>
    <dgm:pt modelId="{02506114-E08F-47DF-95F4-DD4110065604}" type="sibTrans" cxnId="{50DF9820-0C5E-4148-B89A-25482C4AF1F3}">
      <dgm:prSet/>
      <dgm:spPr/>
      <dgm:t>
        <a:bodyPr/>
        <a:lstStyle/>
        <a:p>
          <a:endParaRPr lang="en-US"/>
        </a:p>
      </dgm:t>
    </dgm:pt>
    <dgm:pt modelId="{F5C01579-7F57-4979-A7F0-69FC1B3A98FC}">
      <dgm:prSet/>
      <dgm:spPr/>
      <dgm:t>
        <a:bodyPr/>
        <a:lstStyle/>
        <a:p>
          <a:r>
            <a:rPr lang="de-CH"/>
            <a:t>Effizient und schnell</a:t>
          </a:r>
          <a:endParaRPr lang="en-US"/>
        </a:p>
      </dgm:t>
    </dgm:pt>
    <dgm:pt modelId="{7174B87F-08B0-4411-A69E-507E4854DFA7}" type="parTrans" cxnId="{130102EA-8729-4C3B-814A-FD34D659A62A}">
      <dgm:prSet/>
      <dgm:spPr/>
      <dgm:t>
        <a:bodyPr/>
        <a:lstStyle/>
        <a:p>
          <a:endParaRPr lang="en-US"/>
        </a:p>
      </dgm:t>
    </dgm:pt>
    <dgm:pt modelId="{967A04DA-C54F-42EF-8EE9-7F709BE714B8}" type="sibTrans" cxnId="{130102EA-8729-4C3B-814A-FD34D659A62A}">
      <dgm:prSet/>
      <dgm:spPr/>
      <dgm:t>
        <a:bodyPr/>
        <a:lstStyle/>
        <a:p>
          <a:endParaRPr lang="en-US"/>
        </a:p>
      </dgm:t>
    </dgm:pt>
    <dgm:pt modelId="{B225895E-D4C5-4180-A1B7-0E99C9B8EB4F}">
      <dgm:prSet/>
      <dgm:spPr/>
      <dgm:t>
        <a:bodyPr/>
        <a:lstStyle/>
        <a:p>
          <a:r>
            <a:rPr lang="de-CH" b="1"/>
            <a:t>Channels: </a:t>
          </a:r>
          <a:endParaRPr lang="en-US"/>
        </a:p>
      </dgm:t>
    </dgm:pt>
    <dgm:pt modelId="{E7E20C0E-2697-4A68-A2CC-11CCD79575DF}" type="parTrans" cxnId="{24DF8B9C-C932-49C1-AE19-E3432117BF56}">
      <dgm:prSet/>
      <dgm:spPr/>
      <dgm:t>
        <a:bodyPr/>
        <a:lstStyle/>
        <a:p>
          <a:endParaRPr lang="en-US"/>
        </a:p>
      </dgm:t>
    </dgm:pt>
    <dgm:pt modelId="{2C698603-9C9A-4272-BD18-4504AE482E9B}" type="sibTrans" cxnId="{24DF8B9C-C932-49C1-AE19-E3432117BF56}">
      <dgm:prSet/>
      <dgm:spPr/>
      <dgm:t>
        <a:bodyPr/>
        <a:lstStyle/>
        <a:p>
          <a:endParaRPr lang="en-US"/>
        </a:p>
      </dgm:t>
    </dgm:pt>
    <dgm:pt modelId="{A55634D9-F6CF-4CDD-A5D6-987695DF9886}">
      <dgm:prSet/>
      <dgm:spPr/>
      <dgm:t>
        <a:bodyPr/>
        <a:lstStyle/>
        <a:p>
          <a:r>
            <a:rPr lang="de-CH"/>
            <a:t>Kommunikation zwischen Goroutines</a:t>
          </a:r>
          <a:endParaRPr lang="en-US"/>
        </a:p>
      </dgm:t>
    </dgm:pt>
    <dgm:pt modelId="{05205512-F487-41B9-9525-53D07DE2B402}" type="parTrans" cxnId="{8331D6E9-B472-4FAE-93FA-B48B7D6965A5}">
      <dgm:prSet/>
      <dgm:spPr/>
      <dgm:t>
        <a:bodyPr/>
        <a:lstStyle/>
        <a:p>
          <a:endParaRPr lang="en-US"/>
        </a:p>
      </dgm:t>
    </dgm:pt>
    <dgm:pt modelId="{0C46DB4A-00D6-4F92-8173-0A3AEE260095}" type="sibTrans" cxnId="{8331D6E9-B472-4FAE-93FA-B48B7D6965A5}">
      <dgm:prSet/>
      <dgm:spPr/>
      <dgm:t>
        <a:bodyPr/>
        <a:lstStyle/>
        <a:p>
          <a:endParaRPr lang="en-US"/>
        </a:p>
      </dgm:t>
    </dgm:pt>
    <dgm:pt modelId="{40727895-2305-4FEB-BD9A-D04E702C4612}">
      <dgm:prSet/>
      <dgm:spPr/>
      <dgm:t>
        <a:bodyPr/>
        <a:lstStyle/>
        <a:p>
          <a:r>
            <a:rPr lang="de-CH"/>
            <a:t>Senden und Empfangen von Daten</a:t>
          </a:r>
          <a:endParaRPr lang="en-US"/>
        </a:p>
      </dgm:t>
    </dgm:pt>
    <dgm:pt modelId="{F6D8A65D-4428-4CD1-8E55-E0EFCDE2114C}" type="parTrans" cxnId="{865A912D-9FCD-4EA2-ADA2-2604B35370B3}">
      <dgm:prSet/>
      <dgm:spPr/>
      <dgm:t>
        <a:bodyPr/>
        <a:lstStyle/>
        <a:p>
          <a:endParaRPr lang="en-US"/>
        </a:p>
      </dgm:t>
    </dgm:pt>
    <dgm:pt modelId="{A7876E53-BBCD-444A-837D-22987A3ABB0B}" type="sibTrans" cxnId="{865A912D-9FCD-4EA2-ADA2-2604B35370B3}">
      <dgm:prSet/>
      <dgm:spPr/>
      <dgm:t>
        <a:bodyPr/>
        <a:lstStyle/>
        <a:p>
          <a:endParaRPr lang="en-US"/>
        </a:p>
      </dgm:t>
    </dgm:pt>
    <dgm:pt modelId="{DAD0D51F-25CF-446C-8D25-093B2B0ADEB2}">
      <dgm:prSet/>
      <dgm:spPr/>
      <dgm:t>
        <a:bodyPr/>
        <a:lstStyle/>
        <a:p>
          <a:r>
            <a:rPr lang="de-CH"/>
            <a:t>Typisiert (chan int, chan string)</a:t>
          </a:r>
          <a:endParaRPr lang="en-US"/>
        </a:p>
      </dgm:t>
    </dgm:pt>
    <dgm:pt modelId="{B94BDD30-EAD4-4F29-B923-58A8B423F58B}" type="parTrans" cxnId="{41EC181A-9A24-436E-A0C2-8C11AEDC0E81}">
      <dgm:prSet/>
      <dgm:spPr/>
      <dgm:t>
        <a:bodyPr/>
        <a:lstStyle/>
        <a:p>
          <a:endParaRPr lang="en-US"/>
        </a:p>
      </dgm:t>
    </dgm:pt>
    <dgm:pt modelId="{A6FA021B-EE73-44F1-8C00-A609AA93A517}" type="sibTrans" cxnId="{41EC181A-9A24-436E-A0C2-8C11AEDC0E81}">
      <dgm:prSet/>
      <dgm:spPr/>
      <dgm:t>
        <a:bodyPr/>
        <a:lstStyle/>
        <a:p>
          <a:endParaRPr lang="en-US"/>
        </a:p>
      </dgm:t>
    </dgm:pt>
    <dgm:pt modelId="{1B011FFA-D01F-4553-A34C-B812C48BF077}">
      <dgm:prSet/>
      <dgm:spPr/>
      <dgm:t>
        <a:bodyPr/>
        <a:lstStyle/>
        <a:p>
          <a:r>
            <a:rPr lang="de-CH"/>
            <a:t>Synchronisieren Goroutines</a:t>
          </a:r>
          <a:endParaRPr lang="en-US"/>
        </a:p>
      </dgm:t>
    </dgm:pt>
    <dgm:pt modelId="{760CD6D8-8390-4F94-A776-9F9DEFF52FD6}" type="parTrans" cxnId="{C04A617B-3783-4CC0-B13B-78B74796C23F}">
      <dgm:prSet/>
      <dgm:spPr/>
      <dgm:t>
        <a:bodyPr/>
        <a:lstStyle/>
        <a:p>
          <a:endParaRPr lang="en-US"/>
        </a:p>
      </dgm:t>
    </dgm:pt>
    <dgm:pt modelId="{01A5218A-3C5B-4A44-91EF-BA9AB4F839B7}" type="sibTrans" cxnId="{C04A617B-3783-4CC0-B13B-78B74796C23F}">
      <dgm:prSet/>
      <dgm:spPr/>
      <dgm:t>
        <a:bodyPr/>
        <a:lstStyle/>
        <a:p>
          <a:endParaRPr lang="en-US"/>
        </a:p>
      </dgm:t>
    </dgm:pt>
    <dgm:pt modelId="{9B34369F-C9EC-4AE4-81A0-8415232482B2}">
      <dgm:prSet/>
      <dgm:spPr/>
      <dgm:t>
        <a:bodyPr/>
        <a:lstStyle/>
        <a:p>
          <a:r>
            <a:rPr lang="de-CH"/>
            <a:t>Verhindern viele Race Conditions</a:t>
          </a:r>
          <a:endParaRPr lang="en-US"/>
        </a:p>
      </dgm:t>
    </dgm:pt>
    <dgm:pt modelId="{B787360C-1AA2-4661-964B-CCDC2DC2469E}" type="parTrans" cxnId="{8AFED97C-5402-4905-A108-D1773D953C13}">
      <dgm:prSet/>
      <dgm:spPr/>
      <dgm:t>
        <a:bodyPr/>
        <a:lstStyle/>
        <a:p>
          <a:endParaRPr lang="en-US"/>
        </a:p>
      </dgm:t>
    </dgm:pt>
    <dgm:pt modelId="{D59579E6-02E6-4B98-8C68-2507830F633A}" type="sibTrans" cxnId="{8AFED97C-5402-4905-A108-D1773D953C13}">
      <dgm:prSet/>
      <dgm:spPr/>
      <dgm:t>
        <a:bodyPr/>
        <a:lstStyle/>
        <a:p>
          <a:endParaRPr lang="en-US"/>
        </a:p>
      </dgm:t>
    </dgm:pt>
    <dgm:pt modelId="{51ADB69E-CEEF-44BF-B03A-EB79CD9E8062}">
      <dgm:prSet/>
      <dgm:spPr/>
      <dgm:t>
        <a:bodyPr/>
        <a:lstStyle/>
        <a:p>
          <a:r>
            <a:rPr lang="de-CH" b="1"/>
            <a:t>Select:</a:t>
          </a:r>
          <a:endParaRPr lang="en-US"/>
        </a:p>
      </dgm:t>
    </dgm:pt>
    <dgm:pt modelId="{59381924-B3E3-4C94-B1AF-92710EF8B717}" type="parTrans" cxnId="{75BC2A7A-6F7A-4AF3-AEAC-81E93D417B61}">
      <dgm:prSet/>
      <dgm:spPr/>
      <dgm:t>
        <a:bodyPr/>
        <a:lstStyle/>
        <a:p>
          <a:endParaRPr lang="en-US"/>
        </a:p>
      </dgm:t>
    </dgm:pt>
    <dgm:pt modelId="{7FFF01D8-DFA5-4FB3-86B1-9F93E448664D}" type="sibTrans" cxnId="{75BC2A7A-6F7A-4AF3-AEAC-81E93D417B61}">
      <dgm:prSet/>
      <dgm:spPr/>
      <dgm:t>
        <a:bodyPr/>
        <a:lstStyle/>
        <a:p>
          <a:endParaRPr lang="en-US"/>
        </a:p>
      </dgm:t>
    </dgm:pt>
    <dgm:pt modelId="{32600481-437B-4F55-AD2F-74639178C1B2}">
      <dgm:prSet/>
      <dgm:spPr/>
      <dgm:t>
        <a:bodyPr/>
        <a:lstStyle/>
        <a:p>
          <a:r>
            <a:rPr lang="de-CH"/>
            <a:t>Arbeitet mit mehreren Channels</a:t>
          </a:r>
          <a:endParaRPr lang="en-US"/>
        </a:p>
      </dgm:t>
    </dgm:pt>
    <dgm:pt modelId="{6C10F2D0-3E24-457F-956B-FF893FB61316}" type="parTrans" cxnId="{1DA664E7-EFAA-4C42-8776-58415EEE67AA}">
      <dgm:prSet/>
      <dgm:spPr/>
      <dgm:t>
        <a:bodyPr/>
        <a:lstStyle/>
        <a:p>
          <a:endParaRPr lang="en-US"/>
        </a:p>
      </dgm:t>
    </dgm:pt>
    <dgm:pt modelId="{6CF79F03-85A8-49F1-BAE6-E4A30A6AA5BD}" type="sibTrans" cxnId="{1DA664E7-EFAA-4C42-8776-58415EEE67AA}">
      <dgm:prSet/>
      <dgm:spPr/>
      <dgm:t>
        <a:bodyPr/>
        <a:lstStyle/>
        <a:p>
          <a:endParaRPr lang="en-US"/>
        </a:p>
      </dgm:t>
    </dgm:pt>
    <dgm:pt modelId="{5567816E-A4CC-4260-B4D8-5B271B459497}">
      <dgm:prSet/>
      <dgm:spPr/>
      <dgm:t>
        <a:bodyPr/>
        <a:lstStyle/>
        <a:p>
          <a:r>
            <a:rPr lang="de-CH"/>
            <a:t>Wartet auf mehrere Operationen gleichzeitig</a:t>
          </a:r>
          <a:endParaRPr lang="en-US"/>
        </a:p>
      </dgm:t>
    </dgm:pt>
    <dgm:pt modelId="{61D58984-0199-4010-B407-C31DA36D102E}" type="parTrans" cxnId="{FBB1F26E-B37A-44BD-8F43-FED90C4ADC9D}">
      <dgm:prSet/>
      <dgm:spPr/>
      <dgm:t>
        <a:bodyPr/>
        <a:lstStyle/>
        <a:p>
          <a:endParaRPr lang="en-US"/>
        </a:p>
      </dgm:t>
    </dgm:pt>
    <dgm:pt modelId="{339B5629-E286-4296-8D70-05CC90E2A637}" type="sibTrans" cxnId="{FBB1F26E-B37A-44BD-8F43-FED90C4ADC9D}">
      <dgm:prSet/>
      <dgm:spPr/>
      <dgm:t>
        <a:bodyPr/>
        <a:lstStyle/>
        <a:p>
          <a:endParaRPr lang="en-US"/>
        </a:p>
      </dgm:t>
    </dgm:pt>
    <dgm:pt modelId="{2FD59555-E9ED-4235-8884-22DE78453B97}">
      <dgm:prSet/>
      <dgm:spPr/>
      <dgm:t>
        <a:bodyPr/>
        <a:lstStyle/>
        <a:p>
          <a:r>
            <a:rPr lang="de-CH"/>
            <a:t>Führt den ersten verfügbaren Fall aus</a:t>
          </a:r>
          <a:endParaRPr lang="en-US"/>
        </a:p>
      </dgm:t>
    </dgm:pt>
    <dgm:pt modelId="{CDB05BB7-CBF1-4A2B-ACFB-6E9AE7429FE2}" type="parTrans" cxnId="{40C6FC62-E4DD-4E15-A468-AF1D42FD8E4D}">
      <dgm:prSet/>
      <dgm:spPr/>
      <dgm:t>
        <a:bodyPr/>
        <a:lstStyle/>
        <a:p>
          <a:endParaRPr lang="en-US"/>
        </a:p>
      </dgm:t>
    </dgm:pt>
    <dgm:pt modelId="{351019C0-5EFD-4D89-905D-87785A34320C}" type="sibTrans" cxnId="{40C6FC62-E4DD-4E15-A468-AF1D42FD8E4D}">
      <dgm:prSet/>
      <dgm:spPr/>
      <dgm:t>
        <a:bodyPr/>
        <a:lstStyle/>
        <a:p>
          <a:endParaRPr lang="en-US"/>
        </a:p>
      </dgm:t>
    </dgm:pt>
    <dgm:pt modelId="{BC531E73-28AB-48EC-A683-6689A3A9F2E5}">
      <dgm:prSet/>
      <dgm:spPr/>
      <dgm:t>
        <a:bodyPr/>
        <a:lstStyle/>
        <a:p>
          <a:r>
            <a:rPr lang="de-CH"/>
            <a:t>Ünterstützt «default» Fall</a:t>
          </a:r>
          <a:endParaRPr lang="en-US"/>
        </a:p>
      </dgm:t>
    </dgm:pt>
    <dgm:pt modelId="{58229E09-91CB-4695-B79F-40352661C885}" type="parTrans" cxnId="{AE15B853-8753-40C4-8D0C-0FD4B2ECA1C9}">
      <dgm:prSet/>
      <dgm:spPr/>
      <dgm:t>
        <a:bodyPr/>
        <a:lstStyle/>
        <a:p>
          <a:endParaRPr lang="en-US"/>
        </a:p>
      </dgm:t>
    </dgm:pt>
    <dgm:pt modelId="{ABC83B8E-F8CA-416C-AD4F-302D0C50E9E1}" type="sibTrans" cxnId="{AE15B853-8753-40C4-8D0C-0FD4B2ECA1C9}">
      <dgm:prSet/>
      <dgm:spPr/>
      <dgm:t>
        <a:bodyPr/>
        <a:lstStyle/>
        <a:p>
          <a:endParaRPr lang="en-US"/>
        </a:p>
      </dgm:t>
    </dgm:pt>
    <dgm:pt modelId="{BC4AB904-5D13-426C-89D9-40D36AE51705}">
      <dgm:prSet/>
      <dgm:spPr/>
      <dgm:t>
        <a:bodyPr/>
        <a:lstStyle/>
        <a:p>
          <a:r>
            <a:rPr lang="de-CH"/>
            <a:t>Nützlich für parallele Kommunikation</a:t>
          </a:r>
          <a:endParaRPr lang="en-US"/>
        </a:p>
      </dgm:t>
    </dgm:pt>
    <dgm:pt modelId="{280B05C2-E5AF-456A-BE28-4991504969A6}" type="parTrans" cxnId="{6E0EDF32-D016-4BF3-812B-5934D4D47E86}">
      <dgm:prSet/>
      <dgm:spPr/>
      <dgm:t>
        <a:bodyPr/>
        <a:lstStyle/>
        <a:p>
          <a:endParaRPr lang="en-US"/>
        </a:p>
      </dgm:t>
    </dgm:pt>
    <dgm:pt modelId="{49D1F00D-37F1-439F-ADFF-6F9663F5E7E7}" type="sibTrans" cxnId="{6E0EDF32-D016-4BF3-812B-5934D4D47E86}">
      <dgm:prSet/>
      <dgm:spPr/>
      <dgm:t>
        <a:bodyPr/>
        <a:lstStyle/>
        <a:p>
          <a:endParaRPr lang="en-US"/>
        </a:p>
      </dgm:t>
    </dgm:pt>
    <dgm:pt modelId="{629A3E96-6742-4938-B374-AFF81F5AD002}" type="pres">
      <dgm:prSet presAssocID="{1F197BB0-DC43-462E-A2C0-15EF4FC38EDE}" presName="vert0" presStyleCnt="0">
        <dgm:presLayoutVars>
          <dgm:dir/>
          <dgm:animOne val="branch"/>
          <dgm:animLvl val="lvl"/>
        </dgm:presLayoutVars>
      </dgm:prSet>
      <dgm:spPr/>
    </dgm:pt>
    <dgm:pt modelId="{A971F8C0-EEC7-4971-A097-1F335CB04F9F}" type="pres">
      <dgm:prSet presAssocID="{294E654D-B39F-411C-8F80-67F7A081EF3F}" presName="thickLine" presStyleLbl="alignNode1" presStyleIdx="0" presStyleCnt="3"/>
      <dgm:spPr/>
    </dgm:pt>
    <dgm:pt modelId="{49BD0A67-034E-4856-A9FE-0ABFE822DDF2}" type="pres">
      <dgm:prSet presAssocID="{294E654D-B39F-411C-8F80-67F7A081EF3F}" presName="horz1" presStyleCnt="0"/>
      <dgm:spPr/>
    </dgm:pt>
    <dgm:pt modelId="{E2E60909-7D34-4118-B2F9-5BDB5F1B0F74}" type="pres">
      <dgm:prSet presAssocID="{294E654D-B39F-411C-8F80-67F7A081EF3F}" presName="tx1" presStyleLbl="revTx" presStyleIdx="0" presStyleCnt="17"/>
      <dgm:spPr/>
    </dgm:pt>
    <dgm:pt modelId="{C7D35C37-F336-46FF-B148-A7A18206632B}" type="pres">
      <dgm:prSet presAssocID="{294E654D-B39F-411C-8F80-67F7A081EF3F}" presName="vert1" presStyleCnt="0"/>
      <dgm:spPr/>
    </dgm:pt>
    <dgm:pt modelId="{1F2F493A-9EF8-4319-9C84-8504E642C6CA}" type="pres">
      <dgm:prSet presAssocID="{44DC462A-0AC9-4248-A8AA-10B02822AAED}" presName="vertSpace2a" presStyleCnt="0"/>
      <dgm:spPr/>
    </dgm:pt>
    <dgm:pt modelId="{AD6FADA5-5B53-447E-A53D-B20F5F619357}" type="pres">
      <dgm:prSet presAssocID="{44DC462A-0AC9-4248-A8AA-10B02822AAED}" presName="horz2" presStyleCnt="0"/>
      <dgm:spPr/>
    </dgm:pt>
    <dgm:pt modelId="{ABC079ED-39D5-48C8-B40E-8C1AF84A4B4D}" type="pres">
      <dgm:prSet presAssocID="{44DC462A-0AC9-4248-A8AA-10B02822AAED}" presName="horzSpace2" presStyleCnt="0"/>
      <dgm:spPr/>
    </dgm:pt>
    <dgm:pt modelId="{4F178F7E-E77E-4653-9CB2-309E78EB0CD7}" type="pres">
      <dgm:prSet presAssocID="{44DC462A-0AC9-4248-A8AA-10B02822AAED}" presName="tx2" presStyleLbl="revTx" presStyleIdx="1" presStyleCnt="17"/>
      <dgm:spPr/>
    </dgm:pt>
    <dgm:pt modelId="{EBA5431D-FF1C-4C0D-9689-A44C7F5C1C8E}" type="pres">
      <dgm:prSet presAssocID="{44DC462A-0AC9-4248-A8AA-10B02822AAED}" presName="vert2" presStyleCnt="0"/>
      <dgm:spPr/>
    </dgm:pt>
    <dgm:pt modelId="{23BA4536-CF29-4A74-BA53-504902F4FAB4}" type="pres">
      <dgm:prSet presAssocID="{44DC462A-0AC9-4248-A8AA-10B02822AAED}" presName="thinLine2b" presStyleLbl="callout" presStyleIdx="0" presStyleCnt="14"/>
      <dgm:spPr/>
    </dgm:pt>
    <dgm:pt modelId="{B204260F-7EF1-4A6D-BE28-14453CF76F15}" type="pres">
      <dgm:prSet presAssocID="{44DC462A-0AC9-4248-A8AA-10B02822AAED}" presName="vertSpace2b" presStyleCnt="0"/>
      <dgm:spPr/>
    </dgm:pt>
    <dgm:pt modelId="{EB6101F6-4921-4ED1-8072-A7FDCF2BFECE}" type="pres">
      <dgm:prSet presAssocID="{7CA9E791-5EAA-44E6-BF77-78B5E304431C}" presName="horz2" presStyleCnt="0"/>
      <dgm:spPr/>
    </dgm:pt>
    <dgm:pt modelId="{6DE7D359-ABD7-4399-B10B-A42900FFBEB7}" type="pres">
      <dgm:prSet presAssocID="{7CA9E791-5EAA-44E6-BF77-78B5E304431C}" presName="horzSpace2" presStyleCnt="0"/>
      <dgm:spPr/>
    </dgm:pt>
    <dgm:pt modelId="{711FA85E-2EA5-4AC4-AB5F-520E841BC4CF}" type="pres">
      <dgm:prSet presAssocID="{7CA9E791-5EAA-44E6-BF77-78B5E304431C}" presName="tx2" presStyleLbl="revTx" presStyleIdx="2" presStyleCnt="17"/>
      <dgm:spPr/>
    </dgm:pt>
    <dgm:pt modelId="{E059C62A-85AF-414A-8550-AA0782B4EC87}" type="pres">
      <dgm:prSet presAssocID="{7CA9E791-5EAA-44E6-BF77-78B5E304431C}" presName="vert2" presStyleCnt="0"/>
      <dgm:spPr/>
    </dgm:pt>
    <dgm:pt modelId="{DC4926B0-5496-4E96-93CB-F1BB27564B4F}" type="pres">
      <dgm:prSet presAssocID="{7CA9E791-5EAA-44E6-BF77-78B5E304431C}" presName="thinLine2b" presStyleLbl="callout" presStyleIdx="1" presStyleCnt="14"/>
      <dgm:spPr/>
    </dgm:pt>
    <dgm:pt modelId="{E1728B8E-A5EC-4979-B6CA-EF67FFA1C060}" type="pres">
      <dgm:prSet presAssocID="{7CA9E791-5EAA-44E6-BF77-78B5E304431C}" presName="vertSpace2b" presStyleCnt="0"/>
      <dgm:spPr/>
    </dgm:pt>
    <dgm:pt modelId="{0388C996-10D8-4EB8-AF36-B7751C5B41C1}" type="pres">
      <dgm:prSet presAssocID="{E6CD5F45-1E18-42E5-81C3-58129D95A67E}" presName="horz2" presStyleCnt="0"/>
      <dgm:spPr/>
    </dgm:pt>
    <dgm:pt modelId="{A366A2BD-E0DD-41BF-BC0B-E46133FA9F92}" type="pres">
      <dgm:prSet presAssocID="{E6CD5F45-1E18-42E5-81C3-58129D95A67E}" presName="horzSpace2" presStyleCnt="0"/>
      <dgm:spPr/>
    </dgm:pt>
    <dgm:pt modelId="{86FE39F7-D16A-4DEF-8BA1-46A82438744D}" type="pres">
      <dgm:prSet presAssocID="{E6CD5F45-1E18-42E5-81C3-58129D95A67E}" presName="tx2" presStyleLbl="revTx" presStyleIdx="3" presStyleCnt="17"/>
      <dgm:spPr/>
    </dgm:pt>
    <dgm:pt modelId="{77D48F7A-B3C0-4138-B1EA-8DB35993E1D9}" type="pres">
      <dgm:prSet presAssocID="{E6CD5F45-1E18-42E5-81C3-58129D95A67E}" presName="vert2" presStyleCnt="0"/>
      <dgm:spPr/>
    </dgm:pt>
    <dgm:pt modelId="{FE3DBA9E-98CC-4727-8BD6-A55CF83EE8C4}" type="pres">
      <dgm:prSet presAssocID="{E6CD5F45-1E18-42E5-81C3-58129D95A67E}" presName="thinLine2b" presStyleLbl="callout" presStyleIdx="2" presStyleCnt="14"/>
      <dgm:spPr/>
    </dgm:pt>
    <dgm:pt modelId="{1866214B-B5D5-42B7-8AB8-91EEA68DAC03}" type="pres">
      <dgm:prSet presAssocID="{E6CD5F45-1E18-42E5-81C3-58129D95A67E}" presName="vertSpace2b" presStyleCnt="0"/>
      <dgm:spPr/>
    </dgm:pt>
    <dgm:pt modelId="{1F5349E7-A442-48EE-830D-D062976FE317}" type="pres">
      <dgm:prSet presAssocID="{F5C01579-7F57-4979-A7F0-69FC1B3A98FC}" presName="horz2" presStyleCnt="0"/>
      <dgm:spPr/>
    </dgm:pt>
    <dgm:pt modelId="{51C70FEF-725D-4583-B6D7-0D6DADAE1B00}" type="pres">
      <dgm:prSet presAssocID="{F5C01579-7F57-4979-A7F0-69FC1B3A98FC}" presName="horzSpace2" presStyleCnt="0"/>
      <dgm:spPr/>
    </dgm:pt>
    <dgm:pt modelId="{55A47832-5E60-409E-927E-D470B0ACEFC1}" type="pres">
      <dgm:prSet presAssocID="{F5C01579-7F57-4979-A7F0-69FC1B3A98FC}" presName="tx2" presStyleLbl="revTx" presStyleIdx="4" presStyleCnt="17"/>
      <dgm:spPr/>
    </dgm:pt>
    <dgm:pt modelId="{BA24623F-7325-433B-A2E4-935C38BC86A1}" type="pres">
      <dgm:prSet presAssocID="{F5C01579-7F57-4979-A7F0-69FC1B3A98FC}" presName="vert2" presStyleCnt="0"/>
      <dgm:spPr/>
    </dgm:pt>
    <dgm:pt modelId="{4774C9C4-6FAE-46D2-9EF9-3B838013D57C}" type="pres">
      <dgm:prSet presAssocID="{F5C01579-7F57-4979-A7F0-69FC1B3A98FC}" presName="thinLine2b" presStyleLbl="callout" presStyleIdx="3" presStyleCnt="14"/>
      <dgm:spPr/>
    </dgm:pt>
    <dgm:pt modelId="{8DDF8E7F-A0C8-4514-A7DA-E539B98F1073}" type="pres">
      <dgm:prSet presAssocID="{F5C01579-7F57-4979-A7F0-69FC1B3A98FC}" presName="vertSpace2b" presStyleCnt="0"/>
      <dgm:spPr/>
    </dgm:pt>
    <dgm:pt modelId="{B94B7FB1-AF05-498E-A6DE-1D2079743FC6}" type="pres">
      <dgm:prSet presAssocID="{B225895E-D4C5-4180-A1B7-0E99C9B8EB4F}" presName="thickLine" presStyleLbl="alignNode1" presStyleIdx="1" presStyleCnt="3"/>
      <dgm:spPr/>
    </dgm:pt>
    <dgm:pt modelId="{8730CDD0-554B-4E9B-A9CD-D6171341B1EF}" type="pres">
      <dgm:prSet presAssocID="{B225895E-D4C5-4180-A1B7-0E99C9B8EB4F}" presName="horz1" presStyleCnt="0"/>
      <dgm:spPr/>
    </dgm:pt>
    <dgm:pt modelId="{3A2078B2-9ECB-46A0-BA6C-6F89B5004599}" type="pres">
      <dgm:prSet presAssocID="{B225895E-D4C5-4180-A1B7-0E99C9B8EB4F}" presName="tx1" presStyleLbl="revTx" presStyleIdx="5" presStyleCnt="17"/>
      <dgm:spPr/>
    </dgm:pt>
    <dgm:pt modelId="{2418FE49-3422-4273-AF49-1CCAE89C96E4}" type="pres">
      <dgm:prSet presAssocID="{B225895E-D4C5-4180-A1B7-0E99C9B8EB4F}" presName="vert1" presStyleCnt="0"/>
      <dgm:spPr/>
    </dgm:pt>
    <dgm:pt modelId="{5FBA7FC9-8D28-46D6-BE8D-9D6C087C2189}" type="pres">
      <dgm:prSet presAssocID="{A55634D9-F6CF-4CDD-A5D6-987695DF9886}" presName="vertSpace2a" presStyleCnt="0"/>
      <dgm:spPr/>
    </dgm:pt>
    <dgm:pt modelId="{211E77A0-08B4-4417-B14F-89C70F6D9B81}" type="pres">
      <dgm:prSet presAssocID="{A55634D9-F6CF-4CDD-A5D6-987695DF9886}" presName="horz2" presStyleCnt="0"/>
      <dgm:spPr/>
    </dgm:pt>
    <dgm:pt modelId="{2E0DD3C1-6DFC-43B5-829C-7D0D2F61BA85}" type="pres">
      <dgm:prSet presAssocID="{A55634D9-F6CF-4CDD-A5D6-987695DF9886}" presName="horzSpace2" presStyleCnt="0"/>
      <dgm:spPr/>
    </dgm:pt>
    <dgm:pt modelId="{28BB8E78-E84F-484E-A500-59CE05795962}" type="pres">
      <dgm:prSet presAssocID="{A55634D9-F6CF-4CDD-A5D6-987695DF9886}" presName="tx2" presStyleLbl="revTx" presStyleIdx="6" presStyleCnt="17"/>
      <dgm:spPr/>
    </dgm:pt>
    <dgm:pt modelId="{58E38DAF-E2F7-4843-B223-FFC2B170B2A6}" type="pres">
      <dgm:prSet presAssocID="{A55634D9-F6CF-4CDD-A5D6-987695DF9886}" presName="vert2" presStyleCnt="0"/>
      <dgm:spPr/>
    </dgm:pt>
    <dgm:pt modelId="{9B1A7349-7D5B-44C3-9A37-9A06D609A267}" type="pres">
      <dgm:prSet presAssocID="{A55634D9-F6CF-4CDD-A5D6-987695DF9886}" presName="thinLine2b" presStyleLbl="callout" presStyleIdx="4" presStyleCnt="14"/>
      <dgm:spPr/>
    </dgm:pt>
    <dgm:pt modelId="{D8056ED6-B140-4EED-9401-9DDD3A2EBF3E}" type="pres">
      <dgm:prSet presAssocID="{A55634D9-F6CF-4CDD-A5D6-987695DF9886}" presName="vertSpace2b" presStyleCnt="0"/>
      <dgm:spPr/>
    </dgm:pt>
    <dgm:pt modelId="{C5150BB5-9A22-460E-901F-01865638BF1D}" type="pres">
      <dgm:prSet presAssocID="{40727895-2305-4FEB-BD9A-D04E702C4612}" presName="horz2" presStyleCnt="0"/>
      <dgm:spPr/>
    </dgm:pt>
    <dgm:pt modelId="{150DB80F-D893-4A3C-AF2B-5C68DAD93662}" type="pres">
      <dgm:prSet presAssocID="{40727895-2305-4FEB-BD9A-D04E702C4612}" presName="horzSpace2" presStyleCnt="0"/>
      <dgm:spPr/>
    </dgm:pt>
    <dgm:pt modelId="{8FC7FDD0-5876-4DC2-927B-6225132883FB}" type="pres">
      <dgm:prSet presAssocID="{40727895-2305-4FEB-BD9A-D04E702C4612}" presName="tx2" presStyleLbl="revTx" presStyleIdx="7" presStyleCnt="17"/>
      <dgm:spPr/>
    </dgm:pt>
    <dgm:pt modelId="{F0B1314C-0837-42A8-A48A-18CFA61F1D63}" type="pres">
      <dgm:prSet presAssocID="{40727895-2305-4FEB-BD9A-D04E702C4612}" presName="vert2" presStyleCnt="0"/>
      <dgm:spPr/>
    </dgm:pt>
    <dgm:pt modelId="{AF10EB40-26B4-4176-AEC6-ED062AEEE079}" type="pres">
      <dgm:prSet presAssocID="{40727895-2305-4FEB-BD9A-D04E702C4612}" presName="thinLine2b" presStyleLbl="callout" presStyleIdx="5" presStyleCnt="14"/>
      <dgm:spPr/>
    </dgm:pt>
    <dgm:pt modelId="{0E74F21C-0C4C-42DB-A85E-CDDF6C916490}" type="pres">
      <dgm:prSet presAssocID="{40727895-2305-4FEB-BD9A-D04E702C4612}" presName="vertSpace2b" presStyleCnt="0"/>
      <dgm:spPr/>
    </dgm:pt>
    <dgm:pt modelId="{EC588B32-2A5A-4859-A30B-E17215538527}" type="pres">
      <dgm:prSet presAssocID="{DAD0D51F-25CF-446C-8D25-093B2B0ADEB2}" presName="horz2" presStyleCnt="0"/>
      <dgm:spPr/>
    </dgm:pt>
    <dgm:pt modelId="{CEB93B50-5F9B-4870-9563-07A53DF0A5B9}" type="pres">
      <dgm:prSet presAssocID="{DAD0D51F-25CF-446C-8D25-093B2B0ADEB2}" presName="horzSpace2" presStyleCnt="0"/>
      <dgm:spPr/>
    </dgm:pt>
    <dgm:pt modelId="{A1CF6AB6-0D01-41C1-A745-F447299D5E7A}" type="pres">
      <dgm:prSet presAssocID="{DAD0D51F-25CF-446C-8D25-093B2B0ADEB2}" presName="tx2" presStyleLbl="revTx" presStyleIdx="8" presStyleCnt="17"/>
      <dgm:spPr/>
    </dgm:pt>
    <dgm:pt modelId="{758C0B73-17B9-47C5-AE8E-D998A8342B17}" type="pres">
      <dgm:prSet presAssocID="{DAD0D51F-25CF-446C-8D25-093B2B0ADEB2}" presName="vert2" presStyleCnt="0"/>
      <dgm:spPr/>
    </dgm:pt>
    <dgm:pt modelId="{196A1DBE-E176-4EFC-B2CC-093C71C34352}" type="pres">
      <dgm:prSet presAssocID="{DAD0D51F-25CF-446C-8D25-093B2B0ADEB2}" presName="thinLine2b" presStyleLbl="callout" presStyleIdx="6" presStyleCnt="14"/>
      <dgm:spPr/>
    </dgm:pt>
    <dgm:pt modelId="{46D4CB48-5955-47EB-8C48-6DA5DD432866}" type="pres">
      <dgm:prSet presAssocID="{DAD0D51F-25CF-446C-8D25-093B2B0ADEB2}" presName="vertSpace2b" presStyleCnt="0"/>
      <dgm:spPr/>
    </dgm:pt>
    <dgm:pt modelId="{2AB8DF5A-6AD3-4140-AB54-4B887D535A40}" type="pres">
      <dgm:prSet presAssocID="{1B011FFA-D01F-4553-A34C-B812C48BF077}" presName="horz2" presStyleCnt="0"/>
      <dgm:spPr/>
    </dgm:pt>
    <dgm:pt modelId="{81D5A481-C0E1-4D23-A15B-9DEFB0694933}" type="pres">
      <dgm:prSet presAssocID="{1B011FFA-D01F-4553-A34C-B812C48BF077}" presName="horzSpace2" presStyleCnt="0"/>
      <dgm:spPr/>
    </dgm:pt>
    <dgm:pt modelId="{0A63C1BA-62A6-4981-9102-4F8E1FB2CAC4}" type="pres">
      <dgm:prSet presAssocID="{1B011FFA-D01F-4553-A34C-B812C48BF077}" presName="tx2" presStyleLbl="revTx" presStyleIdx="9" presStyleCnt="17"/>
      <dgm:spPr/>
    </dgm:pt>
    <dgm:pt modelId="{61019F27-BD5B-4D68-B3F9-C517D46573B7}" type="pres">
      <dgm:prSet presAssocID="{1B011FFA-D01F-4553-A34C-B812C48BF077}" presName="vert2" presStyleCnt="0"/>
      <dgm:spPr/>
    </dgm:pt>
    <dgm:pt modelId="{085AF5AD-299F-426D-9EA9-258B01413EED}" type="pres">
      <dgm:prSet presAssocID="{1B011FFA-D01F-4553-A34C-B812C48BF077}" presName="thinLine2b" presStyleLbl="callout" presStyleIdx="7" presStyleCnt="14"/>
      <dgm:spPr/>
    </dgm:pt>
    <dgm:pt modelId="{B27B0FF3-E913-4BA0-8345-9031C0199CB1}" type="pres">
      <dgm:prSet presAssocID="{1B011FFA-D01F-4553-A34C-B812C48BF077}" presName="vertSpace2b" presStyleCnt="0"/>
      <dgm:spPr/>
    </dgm:pt>
    <dgm:pt modelId="{99A4FF76-E2DA-4361-8125-B8E38CB574D6}" type="pres">
      <dgm:prSet presAssocID="{9B34369F-C9EC-4AE4-81A0-8415232482B2}" presName="horz2" presStyleCnt="0"/>
      <dgm:spPr/>
    </dgm:pt>
    <dgm:pt modelId="{6D74C689-D015-4E58-B25C-BB99979191A9}" type="pres">
      <dgm:prSet presAssocID="{9B34369F-C9EC-4AE4-81A0-8415232482B2}" presName="horzSpace2" presStyleCnt="0"/>
      <dgm:spPr/>
    </dgm:pt>
    <dgm:pt modelId="{23C738BF-5227-47E2-8CB6-7B5392E263AF}" type="pres">
      <dgm:prSet presAssocID="{9B34369F-C9EC-4AE4-81A0-8415232482B2}" presName="tx2" presStyleLbl="revTx" presStyleIdx="10" presStyleCnt="17"/>
      <dgm:spPr/>
    </dgm:pt>
    <dgm:pt modelId="{90605FBC-0A5C-4F34-9BAA-A8F5C81CA959}" type="pres">
      <dgm:prSet presAssocID="{9B34369F-C9EC-4AE4-81A0-8415232482B2}" presName="vert2" presStyleCnt="0"/>
      <dgm:spPr/>
    </dgm:pt>
    <dgm:pt modelId="{23D80B93-D732-476F-87D1-AEBB7EE3C9C9}" type="pres">
      <dgm:prSet presAssocID="{9B34369F-C9EC-4AE4-81A0-8415232482B2}" presName="thinLine2b" presStyleLbl="callout" presStyleIdx="8" presStyleCnt="14"/>
      <dgm:spPr/>
    </dgm:pt>
    <dgm:pt modelId="{A4E2D628-D9FD-4F67-9859-A8A916F7D860}" type="pres">
      <dgm:prSet presAssocID="{9B34369F-C9EC-4AE4-81A0-8415232482B2}" presName="vertSpace2b" presStyleCnt="0"/>
      <dgm:spPr/>
    </dgm:pt>
    <dgm:pt modelId="{FC4E94A3-3A24-44C0-BB51-98E18FD07518}" type="pres">
      <dgm:prSet presAssocID="{51ADB69E-CEEF-44BF-B03A-EB79CD9E8062}" presName="thickLine" presStyleLbl="alignNode1" presStyleIdx="2" presStyleCnt="3"/>
      <dgm:spPr/>
    </dgm:pt>
    <dgm:pt modelId="{6ACE4DBD-B9BC-4FF8-A837-9F9B987121AF}" type="pres">
      <dgm:prSet presAssocID="{51ADB69E-CEEF-44BF-B03A-EB79CD9E8062}" presName="horz1" presStyleCnt="0"/>
      <dgm:spPr/>
    </dgm:pt>
    <dgm:pt modelId="{2CCB7708-ACB8-44CB-A658-E994E0859E83}" type="pres">
      <dgm:prSet presAssocID="{51ADB69E-CEEF-44BF-B03A-EB79CD9E8062}" presName="tx1" presStyleLbl="revTx" presStyleIdx="11" presStyleCnt="17"/>
      <dgm:spPr/>
    </dgm:pt>
    <dgm:pt modelId="{3D7817B2-7CBE-4D32-A9A0-C23D49B8CED7}" type="pres">
      <dgm:prSet presAssocID="{51ADB69E-CEEF-44BF-B03A-EB79CD9E8062}" presName="vert1" presStyleCnt="0"/>
      <dgm:spPr/>
    </dgm:pt>
    <dgm:pt modelId="{321F6221-3E4F-432D-A1A9-96179BBF0375}" type="pres">
      <dgm:prSet presAssocID="{32600481-437B-4F55-AD2F-74639178C1B2}" presName="vertSpace2a" presStyleCnt="0"/>
      <dgm:spPr/>
    </dgm:pt>
    <dgm:pt modelId="{32679ACC-2FCB-46D3-8D7A-FC82B911C584}" type="pres">
      <dgm:prSet presAssocID="{32600481-437B-4F55-AD2F-74639178C1B2}" presName="horz2" presStyleCnt="0"/>
      <dgm:spPr/>
    </dgm:pt>
    <dgm:pt modelId="{70BAA081-FD0C-4E6E-A00A-DA011E04806A}" type="pres">
      <dgm:prSet presAssocID="{32600481-437B-4F55-AD2F-74639178C1B2}" presName="horzSpace2" presStyleCnt="0"/>
      <dgm:spPr/>
    </dgm:pt>
    <dgm:pt modelId="{1483427B-D1AE-476D-B17F-92275D42378B}" type="pres">
      <dgm:prSet presAssocID="{32600481-437B-4F55-AD2F-74639178C1B2}" presName="tx2" presStyleLbl="revTx" presStyleIdx="12" presStyleCnt="17"/>
      <dgm:spPr/>
    </dgm:pt>
    <dgm:pt modelId="{FFAC745F-7FA8-4ED6-9C3C-110BA1350107}" type="pres">
      <dgm:prSet presAssocID="{32600481-437B-4F55-AD2F-74639178C1B2}" presName="vert2" presStyleCnt="0"/>
      <dgm:spPr/>
    </dgm:pt>
    <dgm:pt modelId="{ECAF356A-2C01-4E72-9DD4-0C96DD97F1AD}" type="pres">
      <dgm:prSet presAssocID="{32600481-437B-4F55-AD2F-74639178C1B2}" presName="thinLine2b" presStyleLbl="callout" presStyleIdx="9" presStyleCnt="14"/>
      <dgm:spPr/>
    </dgm:pt>
    <dgm:pt modelId="{B3DF2E8E-C777-420A-93FF-A855139223C1}" type="pres">
      <dgm:prSet presAssocID="{32600481-437B-4F55-AD2F-74639178C1B2}" presName="vertSpace2b" presStyleCnt="0"/>
      <dgm:spPr/>
    </dgm:pt>
    <dgm:pt modelId="{81192A41-F5C8-4011-9B9D-1D03770DCDF9}" type="pres">
      <dgm:prSet presAssocID="{5567816E-A4CC-4260-B4D8-5B271B459497}" presName="horz2" presStyleCnt="0"/>
      <dgm:spPr/>
    </dgm:pt>
    <dgm:pt modelId="{33AC4BCE-2CF4-496D-966E-855723C127C5}" type="pres">
      <dgm:prSet presAssocID="{5567816E-A4CC-4260-B4D8-5B271B459497}" presName="horzSpace2" presStyleCnt="0"/>
      <dgm:spPr/>
    </dgm:pt>
    <dgm:pt modelId="{6A235142-96C0-446E-B09E-9F5539967BB7}" type="pres">
      <dgm:prSet presAssocID="{5567816E-A4CC-4260-B4D8-5B271B459497}" presName="tx2" presStyleLbl="revTx" presStyleIdx="13" presStyleCnt="17"/>
      <dgm:spPr/>
    </dgm:pt>
    <dgm:pt modelId="{00C2EBA4-2FB7-4324-8CFC-667F6B22BA76}" type="pres">
      <dgm:prSet presAssocID="{5567816E-A4CC-4260-B4D8-5B271B459497}" presName="vert2" presStyleCnt="0"/>
      <dgm:spPr/>
    </dgm:pt>
    <dgm:pt modelId="{D6CCC682-1628-4DC8-9C43-0BFEEBB98F28}" type="pres">
      <dgm:prSet presAssocID="{5567816E-A4CC-4260-B4D8-5B271B459497}" presName="thinLine2b" presStyleLbl="callout" presStyleIdx="10" presStyleCnt="14"/>
      <dgm:spPr/>
    </dgm:pt>
    <dgm:pt modelId="{AB0E2E3A-8F33-4265-B0A7-01DF25FFE042}" type="pres">
      <dgm:prSet presAssocID="{5567816E-A4CC-4260-B4D8-5B271B459497}" presName="vertSpace2b" presStyleCnt="0"/>
      <dgm:spPr/>
    </dgm:pt>
    <dgm:pt modelId="{9ACCB36C-0029-4820-8F65-9ACE6DD4B59A}" type="pres">
      <dgm:prSet presAssocID="{2FD59555-E9ED-4235-8884-22DE78453B97}" presName="horz2" presStyleCnt="0"/>
      <dgm:spPr/>
    </dgm:pt>
    <dgm:pt modelId="{3AA8BA15-9578-415F-8F1C-8E42015CA9EC}" type="pres">
      <dgm:prSet presAssocID="{2FD59555-E9ED-4235-8884-22DE78453B97}" presName="horzSpace2" presStyleCnt="0"/>
      <dgm:spPr/>
    </dgm:pt>
    <dgm:pt modelId="{7EB087D0-006C-4F5A-981C-F7DEBC3A3B82}" type="pres">
      <dgm:prSet presAssocID="{2FD59555-E9ED-4235-8884-22DE78453B97}" presName="tx2" presStyleLbl="revTx" presStyleIdx="14" presStyleCnt="17"/>
      <dgm:spPr/>
    </dgm:pt>
    <dgm:pt modelId="{0CCA77B8-F08E-4DC0-B82D-B247959CF1BD}" type="pres">
      <dgm:prSet presAssocID="{2FD59555-E9ED-4235-8884-22DE78453B97}" presName="vert2" presStyleCnt="0"/>
      <dgm:spPr/>
    </dgm:pt>
    <dgm:pt modelId="{AC47333A-A16E-4DB8-8A59-72F7D9902656}" type="pres">
      <dgm:prSet presAssocID="{2FD59555-E9ED-4235-8884-22DE78453B97}" presName="thinLine2b" presStyleLbl="callout" presStyleIdx="11" presStyleCnt="14"/>
      <dgm:spPr/>
    </dgm:pt>
    <dgm:pt modelId="{E5C334A1-13F7-44FA-A1A7-2F2114DA2187}" type="pres">
      <dgm:prSet presAssocID="{2FD59555-E9ED-4235-8884-22DE78453B97}" presName="vertSpace2b" presStyleCnt="0"/>
      <dgm:spPr/>
    </dgm:pt>
    <dgm:pt modelId="{64B72CC0-7650-4CD8-8FDA-089A16F91199}" type="pres">
      <dgm:prSet presAssocID="{BC531E73-28AB-48EC-A683-6689A3A9F2E5}" presName="horz2" presStyleCnt="0"/>
      <dgm:spPr/>
    </dgm:pt>
    <dgm:pt modelId="{C75802ED-C7E5-4A35-B24C-630C01824392}" type="pres">
      <dgm:prSet presAssocID="{BC531E73-28AB-48EC-A683-6689A3A9F2E5}" presName="horzSpace2" presStyleCnt="0"/>
      <dgm:spPr/>
    </dgm:pt>
    <dgm:pt modelId="{114D097F-3DD7-4CCD-B436-2875513866D1}" type="pres">
      <dgm:prSet presAssocID="{BC531E73-28AB-48EC-A683-6689A3A9F2E5}" presName="tx2" presStyleLbl="revTx" presStyleIdx="15" presStyleCnt="17"/>
      <dgm:spPr/>
    </dgm:pt>
    <dgm:pt modelId="{306C5348-B69A-41CC-9DA8-88C0121B2578}" type="pres">
      <dgm:prSet presAssocID="{BC531E73-28AB-48EC-A683-6689A3A9F2E5}" presName="vert2" presStyleCnt="0"/>
      <dgm:spPr/>
    </dgm:pt>
    <dgm:pt modelId="{B57E5ADF-E7CF-49D1-9EBB-40FB5E5239F8}" type="pres">
      <dgm:prSet presAssocID="{BC531E73-28AB-48EC-A683-6689A3A9F2E5}" presName="thinLine2b" presStyleLbl="callout" presStyleIdx="12" presStyleCnt="14"/>
      <dgm:spPr/>
    </dgm:pt>
    <dgm:pt modelId="{32A09CC1-5FF3-4801-9F6B-B39FBD200117}" type="pres">
      <dgm:prSet presAssocID="{BC531E73-28AB-48EC-A683-6689A3A9F2E5}" presName="vertSpace2b" presStyleCnt="0"/>
      <dgm:spPr/>
    </dgm:pt>
    <dgm:pt modelId="{4749B310-B02E-4EDE-B77D-82AFC5EFB6AC}" type="pres">
      <dgm:prSet presAssocID="{BC4AB904-5D13-426C-89D9-40D36AE51705}" presName="horz2" presStyleCnt="0"/>
      <dgm:spPr/>
    </dgm:pt>
    <dgm:pt modelId="{1CA21874-4F19-4574-BD7F-2920C2E6E6FB}" type="pres">
      <dgm:prSet presAssocID="{BC4AB904-5D13-426C-89D9-40D36AE51705}" presName="horzSpace2" presStyleCnt="0"/>
      <dgm:spPr/>
    </dgm:pt>
    <dgm:pt modelId="{CD68D8EF-8475-42D1-B32D-F0485406A6D3}" type="pres">
      <dgm:prSet presAssocID="{BC4AB904-5D13-426C-89D9-40D36AE51705}" presName="tx2" presStyleLbl="revTx" presStyleIdx="16" presStyleCnt="17"/>
      <dgm:spPr/>
    </dgm:pt>
    <dgm:pt modelId="{B189AF4B-4900-429C-9BA8-6E05837B112B}" type="pres">
      <dgm:prSet presAssocID="{BC4AB904-5D13-426C-89D9-40D36AE51705}" presName="vert2" presStyleCnt="0"/>
      <dgm:spPr/>
    </dgm:pt>
    <dgm:pt modelId="{C754EA6C-02F9-40C0-8AE6-17BDCD956006}" type="pres">
      <dgm:prSet presAssocID="{BC4AB904-5D13-426C-89D9-40D36AE51705}" presName="thinLine2b" presStyleLbl="callout" presStyleIdx="13" presStyleCnt="14"/>
      <dgm:spPr/>
    </dgm:pt>
    <dgm:pt modelId="{37E5EC85-C655-488C-9427-690467DCC20D}" type="pres">
      <dgm:prSet presAssocID="{BC4AB904-5D13-426C-89D9-40D36AE51705}" presName="vertSpace2b" presStyleCnt="0"/>
      <dgm:spPr/>
    </dgm:pt>
  </dgm:ptLst>
  <dgm:cxnLst>
    <dgm:cxn modelId="{E87A8706-F916-419E-8A3C-9312FAA023E5}" type="presOf" srcId="{5567816E-A4CC-4260-B4D8-5B271B459497}" destId="{6A235142-96C0-446E-B09E-9F5539967BB7}" srcOrd="0" destOrd="0" presId="urn:microsoft.com/office/officeart/2008/layout/LinedList"/>
    <dgm:cxn modelId="{41EC181A-9A24-436E-A0C2-8C11AEDC0E81}" srcId="{B225895E-D4C5-4180-A1B7-0E99C9B8EB4F}" destId="{DAD0D51F-25CF-446C-8D25-093B2B0ADEB2}" srcOrd="2" destOrd="0" parTransId="{B94BDD30-EAD4-4F29-B923-58A8B423F58B}" sibTransId="{A6FA021B-EE73-44F1-8C00-A609AA93A517}"/>
    <dgm:cxn modelId="{50DF9820-0C5E-4148-B89A-25482C4AF1F3}" srcId="{294E654D-B39F-411C-8F80-67F7A081EF3F}" destId="{E6CD5F45-1E18-42E5-81C3-58129D95A67E}" srcOrd="2" destOrd="0" parTransId="{9DF9104F-7C6C-4C2A-872B-0160F8FBEE67}" sibTransId="{02506114-E08F-47DF-95F4-DD4110065604}"/>
    <dgm:cxn modelId="{D89F6E25-8B46-4593-8904-B26007A7C71C}" type="presOf" srcId="{40727895-2305-4FEB-BD9A-D04E702C4612}" destId="{8FC7FDD0-5876-4DC2-927B-6225132883FB}" srcOrd="0" destOrd="0" presId="urn:microsoft.com/office/officeart/2008/layout/LinedList"/>
    <dgm:cxn modelId="{EB08222A-13F8-4F9E-8DDD-AF660A48FB1A}" srcId="{1F197BB0-DC43-462E-A2C0-15EF4FC38EDE}" destId="{294E654D-B39F-411C-8F80-67F7A081EF3F}" srcOrd="0" destOrd="0" parTransId="{2F9E063A-B2E6-4423-98F7-491FB2008181}" sibTransId="{F48483E0-7249-426B-8FCD-AA11C5EDD639}"/>
    <dgm:cxn modelId="{865A912D-9FCD-4EA2-ADA2-2604B35370B3}" srcId="{B225895E-D4C5-4180-A1B7-0E99C9B8EB4F}" destId="{40727895-2305-4FEB-BD9A-D04E702C4612}" srcOrd="1" destOrd="0" parTransId="{F6D8A65D-4428-4CD1-8E55-E0EFCDE2114C}" sibTransId="{A7876E53-BBCD-444A-837D-22987A3ABB0B}"/>
    <dgm:cxn modelId="{6E0EDF32-D016-4BF3-812B-5934D4D47E86}" srcId="{51ADB69E-CEEF-44BF-B03A-EB79CD9E8062}" destId="{BC4AB904-5D13-426C-89D9-40D36AE51705}" srcOrd="4" destOrd="0" parTransId="{280B05C2-E5AF-456A-BE28-4991504969A6}" sibTransId="{49D1F00D-37F1-439F-ADFF-6F9663F5E7E7}"/>
    <dgm:cxn modelId="{80845E34-250A-4AB4-BE3E-D84544F5203D}" type="presOf" srcId="{44DC462A-0AC9-4248-A8AA-10B02822AAED}" destId="{4F178F7E-E77E-4653-9CB2-309E78EB0CD7}" srcOrd="0" destOrd="0" presId="urn:microsoft.com/office/officeart/2008/layout/LinedList"/>
    <dgm:cxn modelId="{5C1C6D40-C7E6-40C5-AA08-2545D93119F2}" type="presOf" srcId="{F5C01579-7F57-4979-A7F0-69FC1B3A98FC}" destId="{55A47832-5E60-409E-927E-D470B0ACEFC1}" srcOrd="0" destOrd="0" presId="urn:microsoft.com/office/officeart/2008/layout/LinedList"/>
    <dgm:cxn modelId="{4B4B9D53-D3B2-49CA-835A-749A3CC976F2}" type="presOf" srcId="{32600481-437B-4F55-AD2F-74639178C1B2}" destId="{1483427B-D1AE-476D-B17F-92275D42378B}" srcOrd="0" destOrd="0" presId="urn:microsoft.com/office/officeart/2008/layout/LinedList"/>
    <dgm:cxn modelId="{AE15B853-8753-40C4-8D0C-0FD4B2ECA1C9}" srcId="{51ADB69E-CEEF-44BF-B03A-EB79CD9E8062}" destId="{BC531E73-28AB-48EC-A683-6689A3A9F2E5}" srcOrd="3" destOrd="0" parTransId="{58229E09-91CB-4695-B79F-40352661C885}" sibTransId="{ABC83B8E-F8CA-416C-AD4F-302D0C50E9E1}"/>
    <dgm:cxn modelId="{40C6FC62-E4DD-4E15-A468-AF1D42FD8E4D}" srcId="{51ADB69E-CEEF-44BF-B03A-EB79CD9E8062}" destId="{2FD59555-E9ED-4235-8884-22DE78453B97}" srcOrd="2" destOrd="0" parTransId="{CDB05BB7-CBF1-4A2B-ACFB-6E9AE7429FE2}" sibTransId="{351019C0-5EFD-4D89-905D-87785A34320C}"/>
    <dgm:cxn modelId="{2218B76A-0FDD-4388-B3EE-A23B117172D0}" type="presOf" srcId="{7CA9E791-5EAA-44E6-BF77-78B5E304431C}" destId="{711FA85E-2EA5-4AC4-AB5F-520E841BC4CF}" srcOrd="0" destOrd="0" presId="urn:microsoft.com/office/officeart/2008/layout/LinedList"/>
    <dgm:cxn modelId="{FBB1F26E-B37A-44BD-8F43-FED90C4ADC9D}" srcId="{51ADB69E-CEEF-44BF-B03A-EB79CD9E8062}" destId="{5567816E-A4CC-4260-B4D8-5B271B459497}" srcOrd="1" destOrd="0" parTransId="{61D58984-0199-4010-B407-C31DA36D102E}" sibTransId="{339B5629-E286-4296-8D70-05CC90E2A637}"/>
    <dgm:cxn modelId="{A83C7876-5493-426E-BE7D-603439AA657F}" type="presOf" srcId="{2FD59555-E9ED-4235-8884-22DE78453B97}" destId="{7EB087D0-006C-4F5A-981C-F7DEBC3A3B82}" srcOrd="0" destOrd="0" presId="urn:microsoft.com/office/officeart/2008/layout/LinedList"/>
    <dgm:cxn modelId="{75BC2A7A-6F7A-4AF3-AEAC-81E93D417B61}" srcId="{1F197BB0-DC43-462E-A2C0-15EF4FC38EDE}" destId="{51ADB69E-CEEF-44BF-B03A-EB79CD9E8062}" srcOrd="2" destOrd="0" parTransId="{59381924-B3E3-4C94-B1AF-92710EF8B717}" sibTransId="{7FFF01D8-DFA5-4FB3-86B1-9F93E448664D}"/>
    <dgm:cxn modelId="{C04A617B-3783-4CC0-B13B-78B74796C23F}" srcId="{B225895E-D4C5-4180-A1B7-0E99C9B8EB4F}" destId="{1B011FFA-D01F-4553-A34C-B812C48BF077}" srcOrd="3" destOrd="0" parTransId="{760CD6D8-8390-4F94-A776-9F9DEFF52FD6}" sibTransId="{01A5218A-3C5B-4A44-91EF-BA9AB4F839B7}"/>
    <dgm:cxn modelId="{8AFED97C-5402-4905-A108-D1773D953C13}" srcId="{B225895E-D4C5-4180-A1B7-0E99C9B8EB4F}" destId="{9B34369F-C9EC-4AE4-81A0-8415232482B2}" srcOrd="4" destOrd="0" parTransId="{B787360C-1AA2-4661-964B-CCDC2DC2469E}" sibTransId="{D59579E6-02E6-4B98-8C68-2507830F633A}"/>
    <dgm:cxn modelId="{26BF9182-01D8-48F6-9760-C5900FE7ED81}" type="presOf" srcId="{9B34369F-C9EC-4AE4-81A0-8415232482B2}" destId="{23C738BF-5227-47E2-8CB6-7B5392E263AF}" srcOrd="0" destOrd="0" presId="urn:microsoft.com/office/officeart/2008/layout/LinedList"/>
    <dgm:cxn modelId="{563C4C8C-022B-4E7F-A61C-6DABD817C650}" type="presOf" srcId="{E6CD5F45-1E18-42E5-81C3-58129D95A67E}" destId="{86FE39F7-D16A-4DEF-8BA1-46A82438744D}" srcOrd="0" destOrd="0" presId="urn:microsoft.com/office/officeart/2008/layout/LinedList"/>
    <dgm:cxn modelId="{AFC10B92-74B1-4CDB-8CEE-668CB5332FF0}" type="presOf" srcId="{A55634D9-F6CF-4CDD-A5D6-987695DF9886}" destId="{28BB8E78-E84F-484E-A500-59CE05795962}" srcOrd="0" destOrd="0" presId="urn:microsoft.com/office/officeart/2008/layout/LinedList"/>
    <dgm:cxn modelId="{A0125599-0F1A-49DA-B8AA-CE6757FEE23C}" type="presOf" srcId="{B225895E-D4C5-4180-A1B7-0E99C9B8EB4F}" destId="{3A2078B2-9ECB-46A0-BA6C-6F89B5004599}" srcOrd="0" destOrd="0" presId="urn:microsoft.com/office/officeart/2008/layout/LinedList"/>
    <dgm:cxn modelId="{C3678A99-B54E-4566-997C-05A9A8B220AE}" type="presOf" srcId="{51ADB69E-CEEF-44BF-B03A-EB79CD9E8062}" destId="{2CCB7708-ACB8-44CB-A658-E994E0859E83}" srcOrd="0" destOrd="0" presId="urn:microsoft.com/office/officeart/2008/layout/LinedList"/>
    <dgm:cxn modelId="{3013C59A-AE41-46EA-AF0C-B8176AB01765}" type="presOf" srcId="{DAD0D51F-25CF-446C-8D25-093B2B0ADEB2}" destId="{A1CF6AB6-0D01-41C1-A745-F447299D5E7A}" srcOrd="0" destOrd="0" presId="urn:microsoft.com/office/officeart/2008/layout/LinedList"/>
    <dgm:cxn modelId="{24DF8B9C-C932-49C1-AE19-E3432117BF56}" srcId="{1F197BB0-DC43-462E-A2C0-15EF4FC38EDE}" destId="{B225895E-D4C5-4180-A1B7-0E99C9B8EB4F}" srcOrd="1" destOrd="0" parTransId="{E7E20C0E-2697-4A68-A2CC-11CCD79575DF}" sibTransId="{2C698603-9C9A-4272-BD18-4504AE482E9B}"/>
    <dgm:cxn modelId="{D2EF62AF-4725-4BD3-8415-6A1082F0F126}" srcId="{294E654D-B39F-411C-8F80-67F7A081EF3F}" destId="{7CA9E791-5EAA-44E6-BF77-78B5E304431C}" srcOrd="1" destOrd="0" parTransId="{233FC02B-9510-4594-A6E5-58233BA9116B}" sibTransId="{2EF5EB19-DFFF-4C58-9A10-88103E7EEE17}"/>
    <dgm:cxn modelId="{47E0E1C5-E3EC-42A2-A34A-294F3B158D3D}" type="presOf" srcId="{294E654D-B39F-411C-8F80-67F7A081EF3F}" destId="{E2E60909-7D34-4118-B2F9-5BDB5F1B0F74}" srcOrd="0" destOrd="0" presId="urn:microsoft.com/office/officeart/2008/layout/LinedList"/>
    <dgm:cxn modelId="{EAAF71E5-318F-47CF-9F19-03D50CA87093}" type="presOf" srcId="{BC531E73-28AB-48EC-A683-6689A3A9F2E5}" destId="{114D097F-3DD7-4CCD-B436-2875513866D1}" srcOrd="0" destOrd="0" presId="urn:microsoft.com/office/officeart/2008/layout/LinedList"/>
    <dgm:cxn modelId="{1DA664E7-EFAA-4C42-8776-58415EEE67AA}" srcId="{51ADB69E-CEEF-44BF-B03A-EB79CD9E8062}" destId="{32600481-437B-4F55-AD2F-74639178C1B2}" srcOrd="0" destOrd="0" parTransId="{6C10F2D0-3E24-457F-956B-FF893FB61316}" sibTransId="{6CF79F03-85A8-49F1-BAE6-E4A30A6AA5BD}"/>
    <dgm:cxn modelId="{6A35E5E7-70AC-4089-87A3-4F3EA7FEB9D8}" srcId="{294E654D-B39F-411C-8F80-67F7A081EF3F}" destId="{44DC462A-0AC9-4248-A8AA-10B02822AAED}" srcOrd="0" destOrd="0" parTransId="{2D686651-CE24-480B-B9D1-1013D37D6ED4}" sibTransId="{3A6D08C3-9A3B-473B-AA54-7F84B8768EA6}"/>
    <dgm:cxn modelId="{8331D6E9-B472-4FAE-93FA-B48B7D6965A5}" srcId="{B225895E-D4C5-4180-A1B7-0E99C9B8EB4F}" destId="{A55634D9-F6CF-4CDD-A5D6-987695DF9886}" srcOrd="0" destOrd="0" parTransId="{05205512-F487-41B9-9525-53D07DE2B402}" sibTransId="{0C46DB4A-00D6-4F92-8173-0A3AEE260095}"/>
    <dgm:cxn modelId="{130102EA-8729-4C3B-814A-FD34D659A62A}" srcId="{294E654D-B39F-411C-8F80-67F7A081EF3F}" destId="{F5C01579-7F57-4979-A7F0-69FC1B3A98FC}" srcOrd="3" destOrd="0" parTransId="{7174B87F-08B0-4411-A69E-507E4854DFA7}" sibTransId="{967A04DA-C54F-42EF-8EE9-7F709BE714B8}"/>
    <dgm:cxn modelId="{D6597DEB-BEEC-4005-8297-3464FB06C193}" type="presOf" srcId="{1B011FFA-D01F-4553-A34C-B812C48BF077}" destId="{0A63C1BA-62A6-4981-9102-4F8E1FB2CAC4}" srcOrd="0" destOrd="0" presId="urn:microsoft.com/office/officeart/2008/layout/LinedList"/>
    <dgm:cxn modelId="{283E99EC-839A-4E84-BBCB-0F0F969E14C2}" type="presOf" srcId="{1F197BB0-DC43-462E-A2C0-15EF4FC38EDE}" destId="{629A3E96-6742-4938-B374-AFF81F5AD002}" srcOrd="0" destOrd="0" presId="urn:microsoft.com/office/officeart/2008/layout/LinedList"/>
    <dgm:cxn modelId="{EF79EAF2-BF25-4216-BA1F-9ECCE77CD80E}" type="presOf" srcId="{BC4AB904-5D13-426C-89D9-40D36AE51705}" destId="{CD68D8EF-8475-42D1-B32D-F0485406A6D3}" srcOrd="0" destOrd="0" presId="urn:microsoft.com/office/officeart/2008/layout/LinedList"/>
    <dgm:cxn modelId="{3ABB8057-A37F-4B1D-AD3E-56D3E3D07155}" type="presParOf" srcId="{629A3E96-6742-4938-B374-AFF81F5AD002}" destId="{A971F8C0-EEC7-4971-A097-1F335CB04F9F}" srcOrd="0" destOrd="0" presId="urn:microsoft.com/office/officeart/2008/layout/LinedList"/>
    <dgm:cxn modelId="{4C5C8C1A-9D6A-4795-97BE-AB2FB0E30240}" type="presParOf" srcId="{629A3E96-6742-4938-B374-AFF81F5AD002}" destId="{49BD0A67-034E-4856-A9FE-0ABFE822DDF2}" srcOrd="1" destOrd="0" presId="urn:microsoft.com/office/officeart/2008/layout/LinedList"/>
    <dgm:cxn modelId="{B50FF030-59F7-4A07-848A-AD4A88F97BAD}" type="presParOf" srcId="{49BD0A67-034E-4856-A9FE-0ABFE822DDF2}" destId="{E2E60909-7D34-4118-B2F9-5BDB5F1B0F74}" srcOrd="0" destOrd="0" presId="urn:microsoft.com/office/officeart/2008/layout/LinedList"/>
    <dgm:cxn modelId="{D614C9D1-3AFD-4D73-B608-19574E24315E}" type="presParOf" srcId="{49BD0A67-034E-4856-A9FE-0ABFE822DDF2}" destId="{C7D35C37-F336-46FF-B148-A7A18206632B}" srcOrd="1" destOrd="0" presId="urn:microsoft.com/office/officeart/2008/layout/LinedList"/>
    <dgm:cxn modelId="{DC0FA15E-CECA-46B7-903E-EA6ECA6E61AB}" type="presParOf" srcId="{C7D35C37-F336-46FF-B148-A7A18206632B}" destId="{1F2F493A-9EF8-4319-9C84-8504E642C6CA}" srcOrd="0" destOrd="0" presId="urn:microsoft.com/office/officeart/2008/layout/LinedList"/>
    <dgm:cxn modelId="{FE345BCC-9220-4792-94EC-98BCDE0A7D90}" type="presParOf" srcId="{C7D35C37-F336-46FF-B148-A7A18206632B}" destId="{AD6FADA5-5B53-447E-A53D-B20F5F619357}" srcOrd="1" destOrd="0" presId="urn:microsoft.com/office/officeart/2008/layout/LinedList"/>
    <dgm:cxn modelId="{7FDCECA8-B282-42E6-A970-15196A337593}" type="presParOf" srcId="{AD6FADA5-5B53-447E-A53D-B20F5F619357}" destId="{ABC079ED-39D5-48C8-B40E-8C1AF84A4B4D}" srcOrd="0" destOrd="0" presId="urn:microsoft.com/office/officeart/2008/layout/LinedList"/>
    <dgm:cxn modelId="{DA68E18C-C689-4C81-82D2-20E8E8DCB270}" type="presParOf" srcId="{AD6FADA5-5B53-447E-A53D-B20F5F619357}" destId="{4F178F7E-E77E-4653-9CB2-309E78EB0CD7}" srcOrd="1" destOrd="0" presId="urn:microsoft.com/office/officeart/2008/layout/LinedList"/>
    <dgm:cxn modelId="{EF91D48D-D2D3-4DB9-A49C-217D33CD4260}" type="presParOf" srcId="{AD6FADA5-5B53-447E-A53D-B20F5F619357}" destId="{EBA5431D-FF1C-4C0D-9689-A44C7F5C1C8E}" srcOrd="2" destOrd="0" presId="urn:microsoft.com/office/officeart/2008/layout/LinedList"/>
    <dgm:cxn modelId="{334D0444-3BBD-4E07-AF5F-274630017ED8}" type="presParOf" srcId="{C7D35C37-F336-46FF-B148-A7A18206632B}" destId="{23BA4536-CF29-4A74-BA53-504902F4FAB4}" srcOrd="2" destOrd="0" presId="urn:microsoft.com/office/officeart/2008/layout/LinedList"/>
    <dgm:cxn modelId="{CC544FA0-C517-430C-B3D3-D71E667418BF}" type="presParOf" srcId="{C7D35C37-F336-46FF-B148-A7A18206632B}" destId="{B204260F-7EF1-4A6D-BE28-14453CF76F15}" srcOrd="3" destOrd="0" presId="urn:microsoft.com/office/officeart/2008/layout/LinedList"/>
    <dgm:cxn modelId="{B39CDCB6-35A9-4171-AA1D-D763177D7E04}" type="presParOf" srcId="{C7D35C37-F336-46FF-B148-A7A18206632B}" destId="{EB6101F6-4921-4ED1-8072-A7FDCF2BFECE}" srcOrd="4" destOrd="0" presId="urn:microsoft.com/office/officeart/2008/layout/LinedList"/>
    <dgm:cxn modelId="{5DA93379-09C2-400C-B645-C5EB3CE0A5A8}" type="presParOf" srcId="{EB6101F6-4921-4ED1-8072-A7FDCF2BFECE}" destId="{6DE7D359-ABD7-4399-B10B-A42900FFBEB7}" srcOrd="0" destOrd="0" presId="urn:microsoft.com/office/officeart/2008/layout/LinedList"/>
    <dgm:cxn modelId="{576E3FD2-A5DE-4767-BBC4-7807AC9558E7}" type="presParOf" srcId="{EB6101F6-4921-4ED1-8072-A7FDCF2BFECE}" destId="{711FA85E-2EA5-4AC4-AB5F-520E841BC4CF}" srcOrd="1" destOrd="0" presId="urn:microsoft.com/office/officeart/2008/layout/LinedList"/>
    <dgm:cxn modelId="{BD7A0816-F82A-4068-9AEF-4D18B58C0E6F}" type="presParOf" srcId="{EB6101F6-4921-4ED1-8072-A7FDCF2BFECE}" destId="{E059C62A-85AF-414A-8550-AA0782B4EC87}" srcOrd="2" destOrd="0" presId="urn:microsoft.com/office/officeart/2008/layout/LinedList"/>
    <dgm:cxn modelId="{0360BC85-078F-418B-9292-2B0CE85C7CDA}" type="presParOf" srcId="{C7D35C37-F336-46FF-B148-A7A18206632B}" destId="{DC4926B0-5496-4E96-93CB-F1BB27564B4F}" srcOrd="5" destOrd="0" presId="urn:microsoft.com/office/officeart/2008/layout/LinedList"/>
    <dgm:cxn modelId="{1D216533-FC63-4DD5-A950-E2D2B7298995}" type="presParOf" srcId="{C7D35C37-F336-46FF-B148-A7A18206632B}" destId="{E1728B8E-A5EC-4979-B6CA-EF67FFA1C060}" srcOrd="6" destOrd="0" presId="urn:microsoft.com/office/officeart/2008/layout/LinedList"/>
    <dgm:cxn modelId="{4AA450C0-54D6-4958-9A51-98A0C0EFF914}" type="presParOf" srcId="{C7D35C37-F336-46FF-B148-A7A18206632B}" destId="{0388C996-10D8-4EB8-AF36-B7751C5B41C1}" srcOrd="7" destOrd="0" presId="urn:microsoft.com/office/officeart/2008/layout/LinedList"/>
    <dgm:cxn modelId="{34081B2F-1448-4E63-B1E1-1B109C4EDCD1}" type="presParOf" srcId="{0388C996-10D8-4EB8-AF36-B7751C5B41C1}" destId="{A366A2BD-E0DD-41BF-BC0B-E46133FA9F92}" srcOrd="0" destOrd="0" presId="urn:microsoft.com/office/officeart/2008/layout/LinedList"/>
    <dgm:cxn modelId="{9323CE61-CE27-40FF-A7AB-71CD63836136}" type="presParOf" srcId="{0388C996-10D8-4EB8-AF36-B7751C5B41C1}" destId="{86FE39F7-D16A-4DEF-8BA1-46A82438744D}" srcOrd="1" destOrd="0" presId="urn:microsoft.com/office/officeart/2008/layout/LinedList"/>
    <dgm:cxn modelId="{3D6253ED-3494-4A6C-B34E-571F1C956AE9}" type="presParOf" srcId="{0388C996-10D8-4EB8-AF36-B7751C5B41C1}" destId="{77D48F7A-B3C0-4138-B1EA-8DB35993E1D9}" srcOrd="2" destOrd="0" presId="urn:microsoft.com/office/officeart/2008/layout/LinedList"/>
    <dgm:cxn modelId="{5559AEC4-4B1B-400C-BEF6-FD170B1C402F}" type="presParOf" srcId="{C7D35C37-F336-46FF-B148-A7A18206632B}" destId="{FE3DBA9E-98CC-4727-8BD6-A55CF83EE8C4}" srcOrd="8" destOrd="0" presId="urn:microsoft.com/office/officeart/2008/layout/LinedList"/>
    <dgm:cxn modelId="{24B1675F-BB20-4CBA-9D8B-64B0A55D641D}" type="presParOf" srcId="{C7D35C37-F336-46FF-B148-A7A18206632B}" destId="{1866214B-B5D5-42B7-8AB8-91EEA68DAC03}" srcOrd="9" destOrd="0" presId="urn:microsoft.com/office/officeart/2008/layout/LinedList"/>
    <dgm:cxn modelId="{6E17C2AE-1745-419B-A339-89482969A367}" type="presParOf" srcId="{C7D35C37-F336-46FF-B148-A7A18206632B}" destId="{1F5349E7-A442-48EE-830D-D062976FE317}" srcOrd="10" destOrd="0" presId="urn:microsoft.com/office/officeart/2008/layout/LinedList"/>
    <dgm:cxn modelId="{BB083C16-4714-4D65-ADF5-DF7EAA3D2961}" type="presParOf" srcId="{1F5349E7-A442-48EE-830D-D062976FE317}" destId="{51C70FEF-725D-4583-B6D7-0D6DADAE1B00}" srcOrd="0" destOrd="0" presId="urn:microsoft.com/office/officeart/2008/layout/LinedList"/>
    <dgm:cxn modelId="{93CDD55A-A990-4821-B50B-17D22C2D2745}" type="presParOf" srcId="{1F5349E7-A442-48EE-830D-D062976FE317}" destId="{55A47832-5E60-409E-927E-D470B0ACEFC1}" srcOrd="1" destOrd="0" presId="urn:microsoft.com/office/officeart/2008/layout/LinedList"/>
    <dgm:cxn modelId="{9A511F49-12AF-405B-A547-84F8F534EDF4}" type="presParOf" srcId="{1F5349E7-A442-48EE-830D-D062976FE317}" destId="{BA24623F-7325-433B-A2E4-935C38BC86A1}" srcOrd="2" destOrd="0" presId="urn:microsoft.com/office/officeart/2008/layout/LinedList"/>
    <dgm:cxn modelId="{1A8F5218-E1F8-4E09-A123-39ABE4D1015C}" type="presParOf" srcId="{C7D35C37-F336-46FF-B148-A7A18206632B}" destId="{4774C9C4-6FAE-46D2-9EF9-3B838013D57C}" srcOrd="11" destOrd="0" presId="urn:microsoft.com/office/officeart/2008/layout/LinedList"/>
    <dgm:cxn modelId="{42DF8B95-F66C-4249-9171-A15CDB8CBCFB}" type="presParOf" srcId="{C7D35C37-F336-46FF-B148-A7A18206632B}" destId="{8DDF8E7F-A0C8-4514-A7DA-E539B98F1073}" srcOrd="12" destOrd="0" presId="urn:microsoft.com/office/officeart/2008/layout/LinedList"/>
    <dgm:cxn modelId="{2E856EEA-75E9-4DB7-A218-34262D9732BE}" type="presParOf" srcId="{629A3E96-6742-4938-B374-AFF81F5AD002}" destId="{B94B7FB1-AF05-498E-A6DE-1D2079743FC6}" srcOrd="2" destOrd="0" presId="urn:microsoft.com/office/officeart/2008/layout/LinedList"/>
    <dgm:cxn modelId="{CE8C501D-6DB0-47B9-880A-8B756A9507DE}" type="presParOf" srcId="{629A3E96-6742-4938-B374-AFF81F5AD002}" destId="{8730CDD0-554B-4E9B-A9CD-D6171341B1EF}" srcOrd="3" destOrd="0" presId="urn:microsoft.com/office/officeart/2008/layout/LinedList"/>
    <dgm:cxn modelId="{1FA9F177-88D0-4244-9511-F636B233EAC2}" type="presParOf" srcId="{8730CDD0-554B-4E9B-A9CD-D6171341B1EF}" destId="{3A2078B2-9ECB-46A0-BA6C-6F89B5004599}" srcOrd="0" destOrd="0" presId="urn:microsoft.com/office/officeart/2008/layout/LinedList"/>
    <dgm:cxn modelId="{ADDD1E58-A03C-4FE1-9A02-D14CE8D7D0DB}" type="presParOf" srcId="{8730CDD0-554B-4E9B-A9CD-D6171341B1EF}" destId="{2418FE49-3422-4273-AF49-1CCAE89C96E4}" srcOrd="1" destOrd="0" presId="urn:microsoft.com/office/officeart/2008/layout/LinedList"/>
    <dgm:cxn modelId="{36804B7B-7AD4-4961-96D5-229E4DA31C77}" type="presParOf" srcId="{2418FE49-3422-4273-AF49-1CCAE89C96E4}" destId="{5FBA7FC9-8D28-46D6-BE8D-9D6C087C2189}" srcOrd="0" destOrd="0" presId="urn:microsoft.com/office/officeart/2008/layout/LinedList"/>
    <dgm:cxn modelId="{78910011-97D3-4684-842B-32AC7E0611C6}" type="presParOf" srcId="{2418FE49-3422-4273-AF49-1CCAE89C96E4}" destId="{211E77A0-08B4-4417-B14F-89C70F6D9B81}" srcOrd="1" destOrd="0" presId="urn:microsoft.com/office/officeart/2008/layout/LinedList"/>
    <dgm:cxn modelId="{EE94AB27-06A4-460A-B277-6B59801D5B2A}" type="presParOf" srcId="{211E77A0-08B4-4417-B14F-89C70F6D9B81}" destId="{2E0DD3C1-6DFC-43B5-829C-7D0D2F61BA85}" srcOrd="0" destOrd="0" presId="urn:microsoft.com/office/officeart/2008/layout/LinedList"/>
    <dgm:cxn modelId="{47231391-9096-4BF3-8F25-8F1FBE797811}" type="presParOf" srcId="{211E77A0-08B4-4417-B14F-89C70F6D9B81}" destId="{28BB8E78-E84F-484E-A500-59CE05795962}" srcOrd="1" destOrd="0" presId="urn:microsoft.com/office/officeart/2008/layout/LinedList"/>
    <dgm:cxn modelId="{BD6D1344-0E5B-4610-95D6-B293E9B9668A}" type="presParOf" srcId="{211E77A0-08B4-4417-B14F-89C70F6D9B81}" destId="{58E38DAF-E2F7-4843-B223-FFC2B170B2A6}" srcOrd="2" destOrd="0" presId="urn:microsoft.com/office/officeart/2008/layout/LinedList"/>
    <dgm:cxn modelId="{6609B1A2-B2AA-4A21-B0C3-CA38E5270AC7}" type="presParOf" srcId="{2418FE49-3422-4273-AF49-1CCAE89C96E4}" destId="{9B1A7349-7D5B-44C3-9A37-9A06D609A267}" srcOrd="2" destOrd="0" presId="urn:microsoft.com/office/officeart/2008/layout/LinedList"/>
    <dgm:cxn modelId="{C40B5BF4-066B-45DA-BC01-862E11C630A8}" type="presParOf" srcId="{2418FE49-3422-4273-AF49-1CCAE89C96E4}" destId="{D8056ED6-B140-4EED-9401-9DDD3A2EBF3E}" srcOrd="3" destOrd="0" presId="urn:microsoft.com/office/officeart/2008/layout/LinedList"/>
    <dgm:cxn modelId="{6C3E0048-886D-435F-A51A-9C9D2DDA99C9}" type="presParOf" srcId="{2418FE49-3422-4273-AF49-1CCAE89C96E4}" destId="{C5150BB5-9A22-460E-901F-01865638BF1D}" srcOrd="4" destOrd="0" presId="urn:microsoft.com/office/officeart/2008/layout/LinedList"/>
    <dgm:cxn modelId="{2CF404CB-C1BE-4CE2-ACF4-F6CAA47C4966}" type="presParOf" srcId="{C5150BB5-9A22-460E-901F-01865638BF1D}" destId="{150DB80F-D893-4A3C-AF2B-5C68DAD93662}" srcOrd="0" destOrd="0" presId="urn:microsoft.com/office/officeart/2008/layout/LinedList"/>
    <dgm:cxn modelId="{9F0A54F2-3FFB-4363-BBDE-450E9554AE96}" type="presParOf" srcId="{C5150BB5-9A22-460E-901F-01865638BF1D}" destId="{8FC7FDD0-5876-4DC2-927B-6225132883FB}" srcOrd="1" destOrd="0" presId="urn:microsoft.com/office/officeart/2008/layout/LinedList"/>
    <dgm:cxn modelId="{782E2918-A14E-4050-8CF6-69180A09D6AC}" type="presParOf" srcId="{C5150BB5-9A22-460E-901F-01865638BF1D}" destId="{F0B1314C-0837-42A8-A48A-18CFA61F1D63}" srcOrd="2" destOrd="0" presId="urn:microsoft.com/office/officeart/2008/layout/LinedList"/>
    <dgm:cxn modelId="{7D3459A1-63DD-44DD-B0AE-38F494A0991F}" type="presParOf" srcId="{2418FE49-3422-4273-AF49-1CCAE89C96E4}" destId="{AF10EB40-26B4-4176-AEC6-ED062AEEE079}" srcOrd="5" destOrd="0" presId="urn:microsoft.com/office/officeart/2008/layout/LinedList"/>
    <dgm:cxn modelId="{FC29D46B-3568-49FD-B4E4-278B0705A59A}" type="presParOf" srcId="{2418FE49-3422-4273-AF49-1CCAE89C96E4}" destId="{0E74F21C-0C4C-42DB-A85E-CDDF6C916490}" srcOrd="6" destOrd="0" presId="urn:microsoft.com/office/officeart/2008/layout/LinedList"/>
    <dgm:cxn modelId="{E5E54787-34DC-467A-B70A-EAF290D543AE}" type="presParOf" srcId="{2418FE49-3422-4273-AF49-1CCAE89C96E4}" destId="{EC588B32-2A5A-4859-A30B-E17215538527}" srcOrd="7" destOrd="0" presId="urn:microsoft.com/office/officeart/2008/layout/LinedList"/>
    <dgm:cxn modelId="{E738576C-FCF3-49E6-85AD-64594898BDFE}" type="presParOf" srcId="{EC588B32-2A5A-4859-A30B-E17215538527}" destId="{CEB93B50-5F9B-4870-9563-07A53DF0A5B9}" srcOrd="0" destOrd="0" presId="urn:microsoft.com/office/officeart/2008/layout/LinedList"/>
    <dgm:cxn modelId="{01695DFF-BB42-4000-8BDD-D93A1E898E4D}" type="presParOf" srcId="{EC588B32-2A5A-4859-A30B-E17215538527}" destId="{A1CF6AB6-0D01-41C1-A745-F447299D5E7A}" srcOrd="1" destOrd="0" presId="urn:microsoft.com/office/officeart/2008/layout/LinedList"/>
    <dgm:cxn modelId="{FB03E504-3485-456C-BF69-BC0AB9672D15}" type="presParOf" srcId="{EC588B32-2A5A-4859-A30B-E17215538527}" destId="{758C0B73-17B9-47C5-AE8E-D998A8342B17}" srcOrd="2" destOrd="0" presId="urn:microsoft.com/office/officeart/2008/layout/LinedList"/>
    <dgm:cxn modelId="{E11B3C1F-6A47-46AD-A49D-E27A937A52D3}" type="presParOf" srcId="{2418FE49-3422-4273-AF49-1CCAE89C96E4}" destId="{196A1DBE-E176-4EFC-B2CC-093C71C34352}" srcOrd="8" destOrd="0" presId="urn:microsoft.com/office/officeart/2008/layout/LinedList"/>
    <dgm:cxn modelId="{50CEE2C5-7E61-4058-8049-3DC166F711CC}" type="presParOf" srcId="{2418FE49-3422-4273-AF49-1CCAE89C96E4}" destId="{46D4CB48-5955-47EB-8C48-6DA5DD432866}" srcOrd="9" destOrd="0" presId="urn:microsoft.com/office/officeart/2008/layout/LinedList"/>
    <dgm:cxn modelId="{EE72CB74-0731-466D-BA7E-59A116C5B592}" type="presParOf" srcId="{2418FE49-3422-4273-AF49-1CCAE89C96E4}" destId="{2AB8DF5A-6AD3-4140-AB54-4B887D535A40}" srcOrd="10" destOrd="0" presId="urn:microsoft.com/office/officeart/2008/layout/LinedList"/>
    <dgm:cxn modelId="{577850E8-B4D4-4D1D-AE91-01C2B3970089}" type="presParOf" srcId="{2AB8DF5A-6AD3-4140-AB54-4B887D535A40}" destId="{81D5A481-C0E1-4D23-A15B-9DEFB0694933}" srcOrd="0" destOrd="0" presId="urn:microsoft.com/office/officeart/2008/layout/LinedList"/>
    <dgm:cxn modelId="{1103CA4D-8C88-4847-9BE4-3234E4D28004}" type="presParOf" srcId="{2AB8DF5A-6AD3-4140-AB54-4B887D535A40}" destId="{0A63C1BA-62A6-4981-9102-4F8E1FB2CAC4}" srcOrd="1" destOrd="0" presId="urn:microsoft.com/office/officeart/2008/layout/LinedList"/>
    <dgm:cxn modelId="{D4B6F662-B28F-435E-9497-EC7C2133D6E9}" type="presParOf" srcId="{2AB8DF5A-6AD3-4140-AB54-4B887D535A40}" destId="{61019F27-BD5B-4D68-B3F9-C517D46573B7}" srcOrd="2" destOrd="0" presId="urn:microsoft.com/office/officeart/2008/layout/LinedList"/>
    <dgm:cxn modelId="{1FC07466-75D8-403C-B972-08943AEBB465}" type="presParOf" srcId="{2418FE49-3422-4273-AF49-1CCAE89C96E4}" destId="{085AF5AD-299F-426D-9EA9-258B01413EED}" srcOrd="11" destOrd="0" presId="urn:microsoft.com/office/officeart/2008/layout/LinedList"/>
    <dgm:cxn modelId="{C1AF1052-3E06-481A-A470-2569C0C5A049}" type="presParOf" srcId="{2418FE49-3422-4273-AF49-1CCAE89C96E4}" destId="{B27B0FF3-E913-4BA0-8345-9031C0199CB1}" srcOrd="12" destOrd="0" presId="urn:microsoft.com/office/officeart/2008/layout/LinedList"/>
    <dgm:cxn modelId="{68EF35B5-CCB8-48C7-B2AD-D04E95E4CDC8}" type="presParOf" srcId="{2418FE49-3422-4273-AF49-1CCAE89C96E4}" destId="{99A4FF76-E2DA-4361-8125-B8E38CB574D6}" srcOrd="13" destOrd="0" presId="urn:microsoft.com/office/officeart/2008/layout/LinedList"/>
    <dgm:cxn modelId="{AE613E49-E74C-4708-9D17-3DE58CA8426C}" type="presParOf" srcId="{99A4FF76-E2DA-4361-8125-B8E38CB574D6}" destId="{6D74C689-D015-4E58-B25C-BB99979191A9}" srcOrd="0" destOrd="0" presId="urn:microsoft.com/office/officeart/2008/layout/LinedList"/>
    <dgm:cxn modelId="{4A25E5AD-0A36-4621-90BE-39D47362E9DA}" type="presParOf" srcId="{99A4FF76-E2DA-4361-8125-B8E38CB574D6}" destId="{23C738BF-5227-47E2-8CB6-7B5392E263AF}" srcOrd="1" destOrd="0" presId="urn:microsoft.com/office/officeart/2008/layout/LinedList"/>
    <dgm:cxn modelId="{CE6C258E-A198-47B4-90C6-8C91E105DE9B}" type="presParOf" srcId="{99A4FF76-E2DA-4361-8125-B8E38CB574D6}" destId="{90605FBC-0A5C-4F34-9BAA-A8F5C81CA959}" srcOrd="2" destOrd="0" presId="urn:microsoft.com/office/officeart/2008/layout/LinedList"/>
    <dgm:cxn modelId="{05E6EC64-D0D9-4F06-BE5A-04F065F95AD7}" type="presParOf" srcId="{2418FE49-3422-4273-AF49-1CCAE89C96E4}" destId="{23D80B93-D732-476F-87D1-AEBB7EE3C9C9}" srcOrd="14" destOrd="0" presId="urn:microsoft.com/office/officeart/2008/layout/LinedList"/>
    <dgm:cxn modelId="{55C5B350-3F13-482A-84CC-4EF4332FDFBA}" type="presParOf" srcId="{2418FE49-3422-4273-AF49-1CCAE89C96E4}" destId="{A4E2D628-D9FD-4F67-9859-A8A916F7D860}" srcOrd="15" destOrd="0" presId="urn:microsoft.com/office/officeart/2008/layout/LinedList"/>
    <dgm:cxn modelId="{C8FE2946-8E49-48A9-B3DF-1ECDD572BCD8}" type="presParOf" srcId="{629A3E96-6742-4938-B374-AFF81F5AD002}" destId="{FC4E94A3-3A24-44C0-BB51-98E18FD07518}" srcOrd="4" destOrd="0" presId="urn:microsoft.com/office/officeart/2008/layout/LinedList"/>
    <dgm:cxn modelId="{04C01518-B4A6-4F35-87AC-C3EE0F37F073}" type="presParOf" srcId="{629A3E96-6742-4938-B374-AFF81F5AD002}" destId="{6ACE4DBD-B9BC-4FF8-A837-9F9B987121AF}" srcOrd="5" destOrd="0" presId="urn:microsoft.com/office/officeart/2008/layout/LinedList"/>
    <dgm:cxn modelId="{9E81229A-C214-428C-8730-4A777D10EC8C}" type="presParOf" srcId="{6ACE4DBD-B9BC-4FF8-A837-9F9B987121AF}" destId="{2CCB7708-ACB8-44CB-A658-E994E0859E83}" srcOrd="0" destOrd="0" presId="urn:microsoft.com/office/officeart/2008/layout/LinedList"/>
    <dgm:cxn modelId="{56F7C99A-B239-4B5D-87E5-82C274851C05}" type="presParOf" srcId="{6ACE4DBD-B9BC-4FF8-A837-9F9B987121AF}" destId="{3D7817B2-7CBE-4D32-A9A0-C23D49B8CED7}" srcOrd="1" destOrd="0" presId="urn:microsoft.com/office/officeart/2008/layout/LinedList"/>
    <dgm:cxn modelId="{D58B9D94-E5D6-4B40-A784-F24A42D7ADBE}" type="presParOf" srcId="{3D7817B2-7CBE-4D32-A9A0-C23D49B8CED7}" destId="{321F6221-3E4F-432D-A1A9-96179BBF0375}" srcOrd="0" destOrd="0" presId="urn:microsoft.com/office/officeart/2008/layout/LinedList"/>
    <dgm:cxn modelId="{EF5994AB-5422-423C-9C99-940C97575FFA}" type="presParOf" srcId="{3D7817B2-7CBE-4D32-A9A0-C23D49B8CED7}" destId="{32679ACC-2FCB-46D3-8D7A-FC82B911C584}" srcOrd="1" destOrd="0" presId="urn:microsoft.com/office/officeart/2008/layout/LinedList"/>
    <dgm:cxn modelId="{061E4A44-2442-4656-B04E-6FF2DDC99384}" type="presParOf" srcId="{32679ACC-2FCB-46D3-8D7A-FC82B911C584}" destId="{70BAA081-FD0C-4E6E-A00A-DA011E04806A}" srcOrd="0" destOrd="0" presId="urn:microsoft.com/office/officeart/2008/layout/LinedList"/>
    <dgm:cxn modelId="{DC7F79E7-A8BA-4D67-8FCE-23297F6DEC75}" type="presParOf" srcId="{32679ACC-2FCB-46D3-8D7A-FC82B911C584}" destId="{1483427B-D1AE-476D-B17F-92275D42378B}" srcOrd="1" destOrd="0" presId="urn:microsoft.com/office/officeart/2008/layout/LinedList"/>
    <dgm:cxn modelId="{30499C93-181D-4519-9B8C-A3C07F040D0A}" type="presParOf" srcId="{32679ACC-2FCB-46D3-8D7A-FC82B911C584}" destId="{FFAC745F-7FA8-4ED6-9C3C-110BA1350107}" srcOrd="2" destOrd="0" presId="urn:microsoft.com/office/officeart/2008/layout/LinedList"/>
    <dgm:cxn modelId="{F365F531-FA85-44BF-A094-C1A7FE336A97}" type="presParOf" srcId="{3D7817B2-7CBE-4D32-A9A0-C23D49B8CED7}" destId="{ECAF356A-2C01-4E72-9DD4-0C96DD97F1AD}" srcOrd="2" destOrd="0" presId="urn:microsoft.com/office/officeart/2008/layout/LinedList"/>
    <dgm:cxn modelId="{C22C37FA-AD39-4C11-9C17-8984807C7A28}" type="presParOf" srcId="{3D7817B2-7CBE-4D32-A9A0-C23D49B8CED7}" destId="{B3DF2E8E-C777-420A-93FF-A855139223C1}" srcOrd="3" destOrd="0" presId="urn:microsoft.com/office/officeart/2008/layout/LinedList"/>
    <dgm:cxn modelId="{45B6B22A-073D-4211-902A-47362B58D876}" type="presParOf" srcId="{3D7817B2-7CBE-4D32-A9A0-C23D49B8CED7}" destId="{81192A41-F5C8-4011-9B9D-1D03770DCDF9}" srcOrd="4" destOrd="0" presId="urn:microsoft.com/office/officeart/2008/layout/LinedList"/>
    <dgm:cxn modelId="{F367763D-380D-4399-86D2-642E05930891}" type="presParOf" srcId="{81192A41-F5C8-4011-9B9D-1D03770DCDF9}" destId="{33AC4BCE-2CF4-496D-966E-855723C127C5}" srcOrd="0" destOrd="0" presId="urn:microsoft.com/office/officeart/2008/layout/LinedList"/>
    <dgm:cxn modelId="{EF4C3DDE-ADA4-43A1-8AAE-945144A8338B}" type="presParOf" srcId="{81192A41-F5C8-4011-9B9D-1D03770DCDF9}" destId="{6A235142-96C0-446E-B09E-9F5539967BB7}" srcOrd="1" destOrd="0" presId="urn:microsoft.com/office/officeart/2008/layout/LinedList"/>
    <dgm:cxn modelId="{CFF3E7F5-A60C-4F31-9377-A49C4B0562B0}" type="presParOf" srcId="{81192A41-F5C8-4011-9B9D-1D03770DCDF9}" destId="{00C2EBA4-2FB7-4324-8CFC-667F6B22BA76}" srcOrd="2" destOrd="0" presId="urn:microsoft.com/office/officeart/2008/layout/LinedList"/>
    <dgm:cxn modelId="{006827FA-2F9B-4D7A-854A-6658773923D3}" type="presParOf" srcId="{3D7817B2-7CBE-4D32-A9A0-C23D49B8CED7}" destId="{D6CCC682-1628-4DC8-9C43-0BFEEBB98F28}" srcOrd="5" destOrd="0" presId="urn:microsoft.com/office/officeart/2008/layout/LinedList"/>
    <dgm:cxn modelId="{2BFFA7E8-50DA-4A3F-BD46-937527F8B5B6}" type="presParOf" srcId="{3D7817B2-7CBE-4D32-A9A0-C23D49B8CED7}" destId="{AB0E2E3A-8F33-4265-B0A7-01DF25FFE042}" srcOrd="6" destOrd="0" presId="urn:microsoft.com/office/officeart/2008/layout/LinedList"/>
    <dgm:cxn modelId="{BB912831-4C37-468C-982D-CAC217EB6CB1}" type="presParOf" srcId="{3D7817B2-7CBE-4D32-A9A0-C23D49B8CED7}" destId="{9ACCB36C-0029-4820-8F65-9ACE6DD4B59A}" srcOrd="7" destOrd="0" presId="urn:microsoft.com/office/officeart/2008/layout/LinedList"/>
    <dgm:cxn modelId="{6848A670-EB41-4AEC-AF69-F66C7A411974}" type="presParOf" srcId="{9ACCB36C-0029-4820-8F65-9ACE6DD4B59A}" destId="{3AA8BA15-9578-415F-8F1C-8E42015CA9EC}" srcOrd="0" destOrd="0" presId="urn:microsoft.com/office/officeart/2008/layout/LinedList"/>
    <dgm:cxn modelId="{F56D44F2-CCF9-40BC-AA20-6E227905DD23}" type="presParOf" srcId="{9ACCB36C-0029-4820-8F65-9ACE6DD4B59A}" destId="{7EB087D0-006C-4F5A-981C-F7DEBC3A3B82}" srcOrd="1" destOrd="0" presId="urn:microsoft.com/office/officeart/2008/layout/LinedList"/>
    <dgm:cxn modelId="{82FABB6B-0CD0-4286-85DF-DD0A2A3E611A}" type="presParOf" srcId="{9ACCB36C-0029-4820-8F65-9ACE6DD4B59A}" destId="{0CCA77B8-F08E-4DC0-B82D-B247959CF1BD}" srcOrd="2" destOrd="0" presId="urn:microsoft.com/office/officeart/2008/layout/LinedList"/>
    <dgm:cxn modelId="{300E1224-1EFE-4F4D-8A31-36D067B96917}" type="presParOf" srcId="{3D7817B2-7CBE-4D32-A9A0-C23D49B8CED7}" destId="{AC47333A-A16E-4DB8-8A59-72F7D9902656}" srcOrd="8" destOrd="0" presId="urn:microsoft.com/office/officeart/2008/layout/LinedList"/>
    <dgm:cxn modelId="{2CB5EAD4-1E01-4A69-ACE6-1F2D4882870B}" type="presParOf" srcId="{3D7817B2-7CBE-4D32-A9A0-C23D49B8CED7}" destId="{E5C334A1-13F7-44FA-A1A7-2F2114DA2187}" srcOrd="9" destOrd="0" presId="urn:microsoft.com/office/officeart/2008/layout/LinedList"/>
    <dgm:cxn modelId="{0221A15A-C2E0-48CC-9733-EC39885AFF0B}" type="presParOf" srcId="{3D7817B2-7CBE-4D32-A9A0-C23D49B8CED7}" destId="{64B72CC0-7650-4CD8-8FDA-089A16F91199}" srcOrd="10" destOrd="0" presId="urn:microsoft.com/office/officeart/2008/layout/LinedList"/>
    <dgm:cxn modelId="{74FBDC17-F6BC-4CFD-9577-550BD903A29B}" type="presParOf" srcId="{64B72CC0-7650-4CD8-8FDA-089A16F91199}" destId="{C75802ED-C7E5-4A35-B24C-630C01824392}" srcOrd="0" destOrd="0" presId="urn:microsoft.com/office/officeart/2008/layout/LinedList"/>
    <dgm:cxn modelId="{224AEBA3-351E-46B1-9613-634E4E7ECF5B}" type="presParOf" srcId="{64B72CC0-7650-4CD8-8FDA-089A16F91199}" destId="{114D097F-3DD7-4CCD-B436-2875513866D1}" srcOrd="1" destOrd="0" presId="urn:microsoft.com/office/officeart/2008/layout/LinedList"/>
    <dgm:cxn modelId="{745ADBB3-F392-4D9A-A17A-AE6A0694FEC9}" type="presParOf" srcId="{64B72CC0-7650-4CD8-8FDA-089A16F91199}" destId="{306C5348-B69A-41CC-9DA8-88C0121B2578}" srcOrd="2" destOrd="0" presId="urn:microsoft.com/office/officeart/2008/layout/LinedList"/>
    <dgm:cxn modelId="{C681E18C-DE06-4AEC-8CEC-53BF167DB2CF}" type="presParOf" srcId="{3D7817B2-7CBE-4D32-A9A0-C23D49B8CED7}" destId="{B57E5ADF-E7CF-49D1-9EBB-40FB5E5239F8}" srcOrd="11" destOrd="0" presId="urn:microsoft.com/office/officeart/2008/layout/LinedList"/>
    <dgm:cxn modelId="{C5B4910C-B9CE-4C9F-85D3-243FC4D7F8FE}" type="presParOf" srcId="{3D7817B2-7CBE-4D32-A9A0-C23D49B8CED7}" destId="{32A09CC1-5FF3-4801-9F6B-B39FBD200117}" srcOrd="12" destOrd="0" presId="urn:microsoft.com/office/officeart/2008/layout/LinedList"/>
    <dgm:cxn modelId="{B4ECD1F4-4512-41CA-AA98-9BFFA9FF9B61}" type="presParOf" srcId="{3D7817B2-7CBE-4D32-A9A0-C23D49B8CED7}" destId="{4749B310-B02E-4EDE-B77D-82AFC5EFB6AC}" srcOrd="13" destOrd="0" presId="urn:microsoft.com/office/officeart/2008/layout/LinedList"/>
    <dgm:cxn modelId="{D0D274DF-9701-48E4-B319-545D3774C864}" type="presParOf" srcId="{4749B310-B02E-4EDE-B77D-82AFC5EFB6AC}" destId="{1CA21874-4F19-4574-BD7F-2920C2E6E6FB}" srcOrd="0" destOrd="0" presId="urn:microsoft.com/office/officeart/2008/layout/LinedList"/>
    <dgm:cxn modelId="{E8B5BD49-96AB-4418-ADDC-DA28D14C80B6}" type="presParOf" srcId="{4749B310-B02E-4EDE-B77D-82AFC5EFB6AC}" destId="{CD68D8EF-8475-42D1-B32D-F0485406A6D3}" srcOrd="1" destOrd="0" presId="urn:microsoft.com/office/officeart/2008/layout/LinedList"/>
    <dgm:cxn modelId="{4E620FC3-5548-4C6F-B052-9100E127C965}" type="presParOf" srcId="{4749B310-B02E-4EDE-B77D-82AFC5EFB6AC}" destId="{B189AF4B-4900-429C-9BA8-6E05837B112B}" srcOrd="2" destOrd="0" presId="urn:microsoft.com/office/officeart/2008/layout/LinedList"/>
    <dgm:cxn modelId="{7E9FCAFC-1E89-48A9-ADEE-BB9AAFE491F5}" type="presParOf" srcId="{3D7817B2-7CBE-4D32-A9A0-C23D49B8CED7}" destId="{C754EA6C-02F9-40C0-8AE6-17BDCD956006}" srcOrd="14" destOrd="0" presId="urn:microsoft.com/office/officeart/2008/layout/LinedList"/>
    <dgm:cxn modelId="{01A46628-FB3A-4939-98F5-72EB03364626}" type="presParOf" srcId="{3D7817B2-7CBE-4D32-A9A0-C23D49B8CED7}" destId="{37E5EC85-C655-488C-9427-690467DCC20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3EB228-2474-4D85-A9F1-A2C18EC2ACB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035F41B-C1D9-48B7-BECE-AC82CF6E464F}">
      <dgm:prSet/>
      <dgm:spPr/>
      <dgm:t>
        <a:bodyPr/>
        <a:lstStyle/>
        <a:p>
          <a:r>
            <a:rPr lang="de-CH" dirty="0"/>
            <a:t>Fibonacci Berechnung</a:t>
          </a:r>
          <a:endParaRPr lang="en-US" dirty="0"/>
        </a:p>
      </dgm:t>
    </dgm:pt>
    <dgm:pt modelId="{28A2314F-D433-4244-B3A4-C2417134459A}" type="parTrans" cxnId="{D2DA5FB5-94EB-4EB9-8D1D-821DBC5D905C}">
      <dgm:prSet/>
      <dgm:spPr/>
      <dgm:t>
        <a:bodyPr/>
        <a:lstStyle/>
        <a:p>
          <a:endParaRPr lang="en-US"/>
        </a:p>
      </dgm:t>
    </dgm:pt>
    <dgm:pt modelId="{6D4B1DCD-FED3-4EC4-9ED8-FA6B1B8D2B2C}" type="sibTrans" cxnId="{D2DA5FB5-94EB-4EB9-8D1D-821DBC5D905C}">
      <dgm:prSet/>
      <dgm:spPr/>
      <dgm:t>
        <a:bodyPr/>
        <a:lstStyle/>
        <a:p>
          <a:endParaRPr lang="en-US"/>
        </a:p>
      </dgm:t>
    </dgm:pt>
    <dgm:pt modelId="{97A36E21-AA6A-4FAC-ADC7-525133752386}">
      <dgm:prSet/>
      <dgm:spPr/>
      <dgm:t>
        <a:bodyPr/>
        <a:lstStyle/>
        <a:p>
          <a:r>
            <a:rPr lang="de-CH"/>
            <a:t>SW9 – Exercise 3 (Parallel)</a:t>
          </a:r>
          <a:endParaRPr lang="en-US"/>
        </a:p>
      </dgm:t>
    </dgm:pt>
    <dgm:pt modelId="{76B8069C-1162-402D-A2E0-CE9267500535}" type="parTrans" cxnId="{877FDB23-9410-4BD7-8581-8E96F88715F5}">
      <dgm:prSet/>
      <dgm:spPr/>
      <dgm:t>
        <a:bodyPr/>
        <a:lstStyle/>
        <a:p>
          <a:endParaRPr lang="en-US"/>
        </a:p>
      </dgm:t>
    </dgm:pt>
    <dgm:pt modelId="{8D5DE2A2-A58F-48BB-803C-AF4D63F4C134}" type="sibTrans" cxnId="{877FDB23-9410-4BD7-8581-8E96F88715F5}">
      <dgm:prSet/>
      <dgm:spPr/>
      <dgm:t>
        <a:bodyPr/>
        <a:lstStyle/>
        <a:p>
          <a:endParaRPr lang="en-US"/>
        </a:p>
      </dgm:t>
    </dgm:pt>
    <dgm:pt modelId="{EDB45AFD-6D51-46E1-9941-995569820DEF}">
      <dgm:prSet/>
      <dgm:spPr/>
      <dgm:t>
        <a:bodyPr/>
        <a:lstStyle/>
        <a:p>
          <a:r>
            <a:rPr lang="de-CH" dirty="0"/>
            <a:t>SW5 – </a:t>
          </a:r>
          <a:r>
            <a:rPr lang="de-CH" dirty="0" err="1"/>
            <a:t>Exercise</a:t>
          </a:r>
          <a:r>
            <a:rPr lang="de-CH" dirty="0"/>
            <a:t> 9</a:t>
          </a:r>
        </a:p>
        <a:p>
          <a:r>
            <a:rPr lang="en-US" dirty="0"/>
            <a:t>(Collatz)</a:t>
          </a:r>
        </a:p>
      </dgm:t>
    </dgm:pt>
    <dgm:pt modelId="{62ADC818-F60A-4F14-979F-D2ED1BA42D5D}" type="parTrans" cxnId="{58240A9B-72CF-4021-B357-70055012C68E}">
      <dgm:prSet/>
      <dgm:spPr/>
      <dgm:t>
        <a:bodyPr/>
        <a:lstStyle/>
        <a:p>
          <a:endParaRPr lang="en-US"/>
        </a:p>
      </dgm:t>
    </dgm:pt>
    <dgm:pt modelId="{86C3F4E4-D4A6-4A70-8529-D7319EF9FBCC}" type="sibTrans" cxnId="{58240A9B-72CF-4021-B357-70055012C68E}">
      <dgm:prSet/>
      <dgm:spPr/>
      <dgm:t>
        <a:bodyPr/>
        <a:lstStyle/>
        <a:p>
          <a:endParaRPr lang="en-US"/>
        </a:p>
      </dgm:t>
    </dgm:pt>
    <dgm:pt modelId="{8EA01BBE-E6F0-4B81-99C4-937F7474D249}" type="pres">
      <dgm:prSet presAssocID="{FE3EB228-2474-4D85-A9F1-A2C18EC2ACB9}" presName="root" presStyleCnt="0">
        <dgm:presLayoutVars>
          <dgm:dir/>
          <dgm:resizeHandles val="exact"/>
        </dgm:presLayoutVars>
      </dgm:prSet>
      <dgm:spPr/>
    </dgm:pt>
    <dgm:pt modelId="{C1570DC9-4843-44E1-ACB6-7B38C551B4A1}" type="pres">
      <dgm:prSet presAssocID="{6035F41B-C1D9-48B7-BECE-AC82CF6E464F}" presName="compNode" presStyleCnt="0"/>
      <dgm:spPr/>
    </dgm:pt>
    <dgm:pt modelId="{298F29D7-4D5E-4EA2-BC6C-FBB4FD3A14C3}" type="pres">
      <dgm:prSet presAssocID="{6035F41B-C1D9-48B7-BECE-AC82CF6E464F}" presName="bgRect" presStyleLbl="bgShp" presStyleIdx="0" presStyleCnt="3"/>
      <dgm:spPr/>
    </dgm:pt>
    <dgm:pt modelId="{B9BA8EFC-B2BC-48B4-8E8D-E462A1DAAB71}" type="pres">
      <dgm:prSet presAssocID="{6035F41B-C1D9-48B7-BECE-AC82CF6E46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schenrechner"/>
        </a:ext>
      </dgm:extLst>
    </dgm:pt>
    <dgm:pt modelId="{DE953911-75ED-4138-9A7F-B08E9D3EE4D7}" type="pres">
      <dgm:prSet presAssocID="{6035F41B-C1D9-48B7-BECE-AC82CF6E464F}" presName="spaceRect" presStyleCnt="0"/>
      <dgm:spPr/>
    </dgm:pt>
    <dgm:pt modelId="{B99EDC2E-815B-4330-A8EA-D0D84AFB68B2}" type="pres">
      <dgm:prSet presAssocID="{6035F41B-C1D9-48B7-BECE-AC82CF6E464F}" presName="parTx" presStyleLbl="revTx" presStyleIdx="0" presStyleCnt="3">
        <dgm:presLayoutVars>
          <dgm:chMax val="0"/>
          <dgm:chPref val="0"/>
        </dgm:presLayoutVars>
      </dgm:prSet>
      <dgm:spPr/>
    </dgm:pt>
    <dgm:pt modelId="{B62C3ABC-21FC-4C3F-89D8-D122BD4AC8D9}" type="pres">
      <dgm:prSet presAssocID="{6D4B1DCD-FED3-4EC4-9ED8-FA6B1B8D2B2C}" presName="sibTrans" presStyleCnt="0"/>
      <dgm:spPr/>
    </dgm:pt>
    <dgm:pt modelId="{ECF7FD08-16B1-4EC7-9B71-896D9F82B0FD}" type="pres">
      <dgm:prSet presAssocID="{97A36E21-AA6A-4FAC-ADC7-525133752386}" presName="compNode" presStyleCnt="0"/>
      <dgm:spPr/>
    </dgm:pt>
    <dgm:pt modelId="{BAE22849-C14C-4BF0-A272-0E4A3F44198C}" type="pres">
      <dgm:prSet presAssocID="{97A36E21-AA6A-4FAC-ADC7-525133752386}" presName="bgRect" presStyleLbl="bgShp" presStyleIdx="1" presStyleCnt="3"/>
      <dgm:spPr/>
    </dgm:pt>
    <dgm:pt modelId="{0111EFEA-FFE1-440E-AC5E-0A8CCB1E54E9}" type="pres">
      <dgm:prSet presAssocID="{97A36E21-AA6A-4FAC-ADC7-52513375238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85957E6-487D-4706-BD93-8F058E777744}" type="pres">
      <dgm:prSet presAssocID="{97A36E21-AA6A-4FAC-ADC7-525133752386}" presName="spaceRect" presStyleCnt="0"/>
      <dgm:spPr/>
    </dgm:pt>
    <dgm:pt modelId="{690D9A45-18AB-4D41-AF2B-38A00240C8D4}" type="pres">
      <dgm:prSet presAssocID="{97A36E21-AA6A-4FAC-ADC7-525133752386}" presName="parTx" presStyleLbl="revTx" presStyleIdx="1" presStyleCnt="3">
        <dgm:presLayoutVars>
          <dgm:chMax val="0"/>
          <dgm:chPref val="0"/>
        </dgm:presLayoutVars>
      </dgm:prSet>
      <dgm:spPr/>
    </dgm:pt>
    <dgm:pt modelId="{EFAE3344-F626-4B28-BF27-B7AD598FD666}" type="pres">
      <dgm:prSet presAssocID="{8D5DE2A2-A58F-48BB-803C-AF4D63F4C134}" presName="sibTrans" presStyleCnt="0"/>
      <dgm:spPr/>
    </dgm:pt>
    <dgm:pt modelId="{C4A6DF7D-EBD4-4A02-A7F9-6F80E2D6B350}" type="pres">
      <dgm:prSet presAssocID="{EDB45AFD-6D51-46E1-9941-995569820DEF}" presName="compNode" presStyleCnt="0"/>
      <dgm:spPr/>
    </dgm:pt>
    <dgm:pt modelId="{DAB0A9D0-33BF-419D-BB02-222731A8961F}" type="pres">
      <dgm:prSet presAssocID="{EDB45AFD-6D51-46E1-9941-995569820DEF}" presName="bgRect" presStyleLbl="bgShp" presStyleIdx="2" presStyleCnt="3"/>
      <dgm:spPr/>
    </dgm:pt>
    <dgm:pt modelId="{2C44DD38-8C26-45CF-98FF-2EDDCE077D21}" type="pres">
      <dgm:prSet presAssocID="{EDB45AFD-6D51-46E1-9941-995569820DE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86C131D-B35A-4FD2-8F53-920C3BE14FFA}" type="pres">
      <dgm:prSet presAssocID="{EDB45AFD-6D51-46E1-9941-995569820DEF}" presName="spaceRect" presStyleCnt="0"/>
      <dgm:spPr/>
    </dgm:pt>
    <dgm:pt modelId="{DD78C368-68A7-48BC-B251-5E105939D34D}" type="pres">
      <dgm:prSet presAssocID="{EDB45AFD-6D51-46E1-9941-995569820D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7FDB23-9410-4BD7-8581-8E96F88715F5}" srcId="{FE3EB228-2474-4D85-A9F1-A2C18EC2ACB9}" destId="{97A36E21-AA6A-4FAC-ADC7-525133752386}" srcOrd="1" destOrd="0" parTransId="{76B8069C-1162-402D-A2E0-CE9267500535}" sibTransId="{8D5DE2A2-A58F-48BB-803C-AF4D63F4C134}"/>
    <dgm:cxn modelId="{AC5BF556-19AB-4E0F-83FC-C7EE6528D364}" type="presOf" srcId="{EDB45AFD-6D51-46E1-9941-995569820DEF}" destId="{DD78C368-68A7-48BC-B251-5E105939D34D}" srcOrd="0" destOrd="0" presId="urn:microsoft.com/office/officeart/2018/2/layout/IconVerticalSolidList"/>
    <dgm:cxn modelId="{7C980B57-12CC-42D1-A5F5-1D7F02A06F6A}" type="presOf" srcId="{97A36E21-AA6A-4FAC-ADC7-525133752386}" destId="{690D9A45-18AB-4D41-AF2B-38A00240C8D4}" srcOrd="0" destOrd="0" presId="urn:microsoft.com/office/officeart/2018/2/layout/IconVerticalSolidList"/>
    <dgm:cxn modelId="{36651693-C98A-4518-8BC2-4CC39741FB62}" type="presOf" srcId="{FE3EB228-2474-4D85-A9F1-A2C18EC2ACB9}" destId="{8EA01BBE-E6F0-4B81-99C4-937F7474D249}" srcOrd="0" destOrd="0" presId="urn:microsoft.com/office/officeart/2018/2/layout/IconVerticalSolidList"/>
    <dgm:cxn modelId="{58240A9B-72CF-4021-B357-70055012C68E}" srcId="{FE3EB228-2474-4D85-A9F1-A2C18EC2ACB9}" destId="{EDB45AFD-6D51-46E1-9941-995569820DEF}" srcOrd="2" destOrd="0" parTransId="{62ADC818-F60A-4F14-979F-D2ED1BA42D5D}" sibTransId="{86C3F4E4-D4A6-4A70-8529-D7319EF9FBCC}"/>
    <dgm:cxn modelId="{F1EDA7A1-66AC-4EAB-B099-6BE4B8A00A12}" type="presOf" srcId="{6035F41B-C1D9-48B7-BECE-AC82CF6E464F}" destId="{B99EDC2E-815B-4330-A8EA-D0D84AFB68B2}" srcOrd="0" destOrd="0" presId="urn:microsoft.com/office/officeart/2018/2/layout/IconVerticalSolidList"/>
    <dgm:cxn modelId="{D2DA5FB5-94EB-4EB9-8D1D-821DBC5D905C}" srcId="{FE3EB228-2474-4D85-A9F1-A2C18EC2ACB9}" destId="{6035F41B-C1D9-48B7-BECE-AC82CF6E464F}" srcOrd="0" destOrd="0" parTransId="{28A2314F-D433-4244-B3A4-C2417134459A}" sibTransId="{6D4B1DCD-FED3-4EC4-9ED8-FA6B1B8D2B2C}"/>
    <dgm:cxn modelId="{0F447EB6-29F9-4BB6-8385-94167FAD9FB9}" type="presParOf" srcId="{8EA01BBE-E6F0-4B81-99C4-937F7474D249}" destId="{C1570DC9-4843-44E1-ACB6-7B38C551B4A1}" srcOrd="0" destOrd="0" presId="urn:microsoft.com/office/officeart/2018/2/layout/IconVerticalSolidList"/>
    <dgm:cxn modelId="{2007BCD8-C07B-4473-B2A5-6815FE9E2819}" type="presParOf" srcId="{C1570DC9-4843-44E1-ACB6-7B38C551B4A1}" destId="{298F29D7-4D5E-4EA2-BC6C-FBB4FD3A14C3}" srcOrd="0" destOrd="0" presId="urn:microsoft.com/office/officeart/2018/2/layout/IconVerticalSolidList"/>
    <dgm:cxn modelId="{F185D001-DDCB-472D-9255-C7D3E5E3149B}" type="presParOf" srcId="{C1570DC9-4843-44E1-ACB6-7B38C551B4A1}" destId="{B9BA8EFC-B2BC-48B4-8E8D-E462A1DAAB71}" srcOrd="1" destOrd="0" presId="urn:microsoft.com/office/officeart/2018/2/layout/IconVerticalSolidList"/>
    <dgm:cxn modelId="{753496DE-3D60-4DB9-8EF5-CF0BDF0D6041}" type="presParOf" srcId="{C1570DC9-4843-44E1-ACB6-7B38C551B4A1}" destId="{DE953911-75ED-4138-9A7F-B08E9D3EE4D7}" srcOrd="2" destOrd="0" presId="urn:microsoft.com/office/officeart/2018/2/layout/IconVerticalSolidList"/>
    <dgm:cxn modelId="{6F345FBE-3FC4-4DD6-B09D-AC88245F8317}" type="presParOf" srcId="{C1570DC9-4843-44E1-ACB6-7B38C551B4A1}" destId="{B99EDC2E-815B-4330-A8EA-D0D84AFB68B2}" srcOrd="3" destOrd="0" presId="urn:microsoft.com/office/officeart/2018/2/layout/IconVerticalSolidList"/>
    <dgm:cxn modelId="{FBA6105D-C2DB-481A-B45F-ACCDE990B620}" type="presParOf" srcId="{8EA01BBE-E6F0-4B81-99C4-937F7474D249}" destId="{B62C3ABC-21FC-4C3F-89D8-D122BD4AC8D9}" srcOrd="1" destOrd="0" presId="urn:microsoft.com/office/officeart/2018/2/layout/IconVerticalSolidList"/>
    <dgm:cxn modelId="{39B50E93-921B-4D95-A7BD-6B3FA6841E04}" type="presParOf" srcId="{8EA01BBE-E6F0-4B81-99C4-937F7474D249}" destId="{ECF7FD08-16B1-4EC7-9B71-896D9F82B0FD}" srcOrd="2" destOrd="0" presId="urn:microsoft.com/office/officeart/2018/2/layout/IconVerticalSolidList"/>
    <dgm:cxn modelId="{062DBC16-0772-411F-AA5D-17116D4A847D}" type="presParOf" srcId="{ECF7FD08-16B1-4EC7-9B71-896D9F82B0FD}" destId="{BAE22849-C14C-4BF0-A272-0E4A3F44198C}" srcOrd="0" destOrd="0" presId="urn:microsoft.com/office/officeart/2018/2/layout/IconVerticalSolidList"/>
    <dgm:cxn modelId="{87059F12-A029-4672-BB68-9F74653CCD4D}" type="presParOf" srcId="{ECF7FD08-16B1-4EC7-9B71-896D9F82B0FD}" destId="{0111EFEA-FFE1-440E-AC5E-0A8CCB1E54E9}" srcOrd="1" destOrd="0" presId="urn:microsoft.com/office/officeart/2018/2/layout/IconVerticalSolidList"/>
    <dgm:cxn modelId="{1D5903DA-A422-409F-9EEB-7A1ABB882DDF}" type="presParOf" srcId="{ECF7FD08-16B1-4EC7-9B71-896D9F82B0FD}" destId="{F85957E6-487D-4706-BD93-8F058E777744}" srcOrd="2" destOrd="0" presId="urn:microsoft.com/office/officeart/2018/2/layout/IconVerticalSolidList"/>
    <dgm:cxn modelId="{828237C7-559E-4975-A5FC-55D73E2D6729}" type="presParOf" srcId="{ECF7FD08-16B1-4EC7-9B71-896D9F82B0FD}" destId="{690D9A45-18AB-4D41-AF2B-38A00240C8D4}" srcOrd="3" destOrd="0" presId="urn:microsoft.com/office/officeart/2018/2/layout/IconVerticalSolidList"/>
    <dgm:cxn modelId="{54DF0D36-0F3D-46BC-9050-BDC25932E496}" type="presParOf" srcId="{8EA01BBE-E6F0-4B81-99C4-937F7474D249}" destId="{EFAE3344-F626-4B28-BF27-B7AD598FD666}" srcOrd="3" destOrd="0" presId="urn:microsoft.com/office/officeart/2018/2/layout/IconVerticalSolidList"/>
    <dgm:cxn modelId="{B831FADB-E5D7-4401-A569-FD85E29976EF}" type="presParOf" srcId="{8EA01BBE-E6F0-4B81-99C4-937F7474D249}" destId="{C4A6DF7D-EBD4-4A02-A7F9-6F80E2D6B350}" srcOrd="4" destOrd="0" presId="urn:microsoft.com/office/officeart/2018/2/layout/IconVerticalSolidList"/>
    <dgm:cxn modelId="{E5C06FD9-D2CF-4CA7-847B-F8E81E47C8EC}" type="presParOf" srcId="{C4A6DF7D-EBD4-4A02-A7F9-6F80E2D6B350}" destId="{DAB0A9D0-33BF-419D-BB02-222731A8961F}" srcOrd="0" destOrd="0" presId="urn:microsoft.com/office/officeart/2018/2/layout/IconVerticalSolidList"/>
    <dgm:cxn modelId="{29BF4992-A077-469D-B285-1F4F9146D9B9}" type="presParOf" srcId="{C4A6DF7D-EBD4-4A02-A7F9-6F80E2D6B350}" destId="{2C44DD38-8C26-45CF-98FF-2EDDCE077D21}" srcOrd="1" destOrd="0" presId="urn:microsoft.com/office/officeart/2018/2/layout/IconVerticalSolidList"/>
    <dgm:cxn modelId="{847EF024-7CAA-4BE3-AEC9-25974FCF3A02}" type="presParOf" srcId="{C4A6DF7D-EBD4-4A02-A7F9-6F80E2D6B350}" destId="{086C131D-B35A-4FD2-8F53-920C3BE14FFA}" srcOrd="2" destOrd="0" presId="urn:microsoft.com/office/officeart/2018/2/layout/IconVerticalSolidList"/>
    <dgm:cxn modelId="{8AA25294-DD48-4905-A52D-05CBB75B11B1}" type="presParOf" srcId="{C4A6DF7D-EBD4-4A02-A7F9-6F80E2D6B350}" destId="{DD78C368-68A7-48BC-B251-5E105939D3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D588D-59B1-45A3-B876-1ED5E9197791}">
      <dsp:nvSpPr>
        <dsp:cNvPr id="0" name=""/>
        <dsp:cNvSpPr/>
      </dsp:nvSpPr>
      <dsp:spPr>
        <a:xfrm>
          <a:off x="0" y="0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648A9-E876-489A-9126-61CB17DF5C0D}">
      <dsp:nvSpPr>
        <dsp:cNvPr id="0" name=""/>
        <dsp:cNvSpPr/>
      </dsp:nvSpPr>
      <dsp:spPr>
        <a:xfrm>
          <a:off x="0" y="0"/>
          <a:ext cx="1521550" cy="1717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b="1" kern="1200"/>
            <a:t>Structural Typing:</a:t>
          </a:r>
          <a:endParaRPr lang="en-US" sz="2500" kern="1200"/>
        </a:p>
      </dsp:txBody>
      <dsp:txXfrm>
        <a:off x="0" y="0"/>
        <a:ext cx="1521550" cy="1717765"/>
      </dsp:txXfrm>
    </dsp:sp>
    <dsp:sp modelId="{E478383E-DAE8-4801-A304-9A3B4EF375BF}">
      <dsp:nvSpPr>
        <dsp:cNvPr id="0" name=""/>
        <dsp:cNvSpPr/>
      </dsp:nvSpPr>
      <dsp:spPr>
        <a:xfrm>
          <a:off x="1635666" y="16187"/>
          <a:ext cx="5972084" cy="3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Typ wird über Struktur / Methoden erkannt</a:t>
          </a:r>
          <a:endParaRPr lang="en-US" sz="1500" kern="1200" dirty="0"/>
        </a:p>
      </dsp:txBody>
      <dsp:txXfrm>
        <a:off x="1635666" y="16187"/>
        <a:ext cx="5972084" cy="323758"/>
      </dsp:txXfrm>
    </dsp:sp>
    <dsp:sp modelId="{7DB30057-2D16-449C-93A5-A0864376F7F0}">
      <dsp:nvSpPr>
        <dsp:cNvPr id="0" name=""/>
        <dsp:cNvSpPr/>
      </dsp:nvSpPr>
      <dsp:spPr>
        <a:xfrm>
          <a:off x="1521550" y="339946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42824-ABCD-4941-95ED-276275541CED}">
      <dsp:nvSpPr>
        <dsp:cNvPr id="0" name=""/>
        <dsp:cNvSpPr/>
      </dsp:nvSpPr>
      <dsp:spPr>
        <a:xfrm>
          <a:off x="1635666" y="356134"/>
          <a:ext cx="5972084" cy="3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Name des Typs ist nicht wichtig</a:t>
          </a:r>
          <a:endParaRPr lang="en-US" sz="1500" kern="1200"/>
        </a:p>
      </dsp:txBody>
      <dsp:txXfrm>
        <a:off x="1635666" y="356134"/>
        <a:ext cx="5972084" cy="323758"/>
      </dsp:txXfrm>
    </dsp:sp>
    <dsp:sp modelId="{22A654E9-7592-401E-AA5D-A7E5983FC250}">
      <dsp:nvSpPr>
        <dsp:cNvPr id="0" name=""/>
        <dsp:cNvSpPr/>
      </dsp:nvSpPr>
      <dsp:spPr>
        <a:xfrm>
          <a:off x="1521550" y="679892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CD24A-FFA1-43F4-A51F-49FCF81342D4}">
      <dsp:nvSpPr>
        <dsp:cNvPr id="0" name=""/>
        <dsp:cNvSpPr/>
      </dsp:nvSpPr>
      <dsp:spPr>
        <a:xfrm>
          <a:off x="1635666" y="696080"/>
          <a:ext cx="5972084" cy="3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Häufig bei Interfaces in GO</a:t>
          </a:r>
          <a:endParaRPr lang="en-US" sz="1500" kern="1200"/>
        </a:p>
      </dsp:txBody>
      <dsp:txXfrm>
        <a:off x="1635666" y="696080"/>
        <a:ext cx="5972084" cy="323758"/>
      </dsp:txXfrm>
    </dsp:sp>
    <dsp:sp modelId="{DDFFD4CD-CFD4-4C08-8F72-ED2A467C2D8D}">
      <dsp:nvSpPr>
        <dsp:cNvPr id="0" name=""/>
        <dsp:cNvSpPr/>
      </dsp:nvSpPr>
      <dsp:spPr>
        <a:xfrm>
          <a:off x="1521550" y="1019839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F67C1-3561-45C4-A1E3-82FE8B53EBE0}">
      <dsp:nvSpPr>
        <dsp:cNvPr id="0" name=""/>
        <dsp:cNvSpPr/>
      </dsp:nvSpPr>
      <dsp:spPr>
        <a:xfrm>
          <a:off x="1635666" y="1036027"/>
          <a:ext cx="5972084" cy="3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Keine explizite Implementierung nötig</a:t>
          </a:r>
          <a:endParaRPr lang="en-US" sz="1500" kern="1200"/>
        </a:p>
      </dsp:txBody>
      <dsp:txXfrm>
        <a:off x="1635666" y="1036027"/>
        <a:ext cx="5972084" cy="323758"/>
      </dsp:txXfrm>
    </dsp:sp>
    <dsp:sp modelId="{22B52686-43F4-4AD3-BBFB-655CC44AF8E8}">
      <dsp:nvSpPr>
        <dsp:cNvPr id="0" name=""/>
        <dsp:cNvSpPr/>
      </dsp:nvSpPr>
      <dsp:spPr>
        <a:xfrm>
          <a:off x="1521550" y="1359785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E5E44-A04E-4C45-A005-9093A3A3B4CB}">
      <dsp:nvSpPr>
        <dsp:cNvPr id="0" name=""/>
        <dsp:cNvSpPr/>
      </dsp:nvSpPr>
      <dsp:spPr>
        <a:xfrm>
          <a:off x="1635666" y="1375973"/>
          <a:ext cx="5972084" cy="3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Fokus auf Verhalten («was kann der Typ?»)</a:t>
          </a:r>
          <a:endParaRPr lang="en-US" sz="1500" kern="1200"/>
        </a:p>
      </dsp:txBody>
      <dsp:txXfrm>
        <a:off x="1635666" y="1375973"/>
        <a:ext cx="5972084" cy="323758"/>
      </dsp:txXfrm>
    </dsp:sp>
    <dsp:sp modelId="{FE17434E-1769-416F-80B4-AC810D6A7416}">
      <dsp:nvSpPr>
        <dsp:cNvPr id="0" name=""/>
        <dsp:cNvSpPr/>
      </dsp:nvSpPr>
      <dsp:spPr>
        <a:xfrm>
          <a:off x="1521550" y="1699732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799D7-70AF-4F27-9DE3-6D06E26E6BCC}">
      <dsp:nvSpPr>
        <dsp:cNvPr id="0" name=""/>
        <dsp:cNvSpPr/>
      </dsp:nvSpPr>
      <dsp:spPr>
        <a:xfrm>
          <a:off x="0" y="1717765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D64A2-36D7-4A3C-A37E-4C57E70E268C}">
      <dsp:nvSpPr>
        <dsp:cNvPr id="0" name=""/>
        <dsp:cNvSpPr/>
      </dsp:nvSpPr>
      <dsp:spPr>
        <a:xfrm>
          <a:off x="0" y="1717765"/>
          <a:ext cx="1521550" cy="1717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b="1" kern="1200"/>
            <a:t>Nominal Typing:</a:t>
          </a:r>
          <a:endParaRPr lang="en-US" sz="2500" kern="1200"/>
        </a:p>
      </dsp:txBody>
      <dsp:txXfrm>
        <a:off x="0" y="1717765"/>
        <a:ext cx="1521550" cy="1717765"/>
      </dsp:txXfrm>
    </dsp:sp>
    <dsp:sp modelId="{09DEAE58-C63F-4AF0-B63C-1C6CB7DE44F1}">
      <dsp:nvSpPr>
        <dsp:cNvPr id="0" name=""/>
        <dsp:cNvSpPr/>
      </dsp:nvSpPr>
      <dsp:spPr>
        <a:xfrm>
          <a:off x="1635666" y="1737958"/>
          <a:ext cx="5972084" cy="403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Typ wird über Namen erkannt</a:t>
          </a:r>
          <a:endParaRPr lang="en-US" sz="1500" kern="1200"/>
        </a:p>
      </dsp:txBody>
      <dsp:txXfrm>
        <a:off x="1635666" y="1737958"/>
        <a:ext cx="5972084" cy="403859"/>
      </dsp:txXfrm>
    </dsp:sp>
    <dsp:sp modelId="{9AC68912-BAFB-44D4-B6BD-851A3B99645E}">
      <dsp:nvSpPr>
        <dsp:cNvPr id="0" name=""/>
        <dsp:cNvSpPr/>
      </dsp:nvSpPr>
      <dsp:spPr>
        <a:xfrm>
          <a:off x="1521550" y="2141817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C0197-4AFD-407F-8768-2842A6B8D732}">
      <dsp:nvSpPr>
        <dsp:cNvPr id="0" name=""/>
        <dsp:cNvSpPr/>
      </dsp:nvSpPr>
      <dsp:spPr>
        <a:xfrm>
          <a:off x="1635666" y="2162010"/>
          <a:ext cx="5972084" cy="403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Unterschiedliche Namen = unterschiedliche Typen</a:t>
          </a:r>
          <a:endParaRPr lang="en-US" sz="1500" kern="1200"/>
        </a:p>
      </dsp:txBody>
      <dsp:txXfrm>
        <a:off x="1635666" y="2162010"/>
        <a:ext cx="5972084" cy="403859"/>
      </dsp:txXfrm>
    </dsp:sp>
    <dsp:sp modelId="{0CEB85DE-7227-4C57-B9FA-5EEC6E36FD96}">
      <dsp:nvSpPr>
        <dsp:cNvPr id="0" name=""/>
        <dsp:cNvSpPr/>
      </dsp:nvSpPr>
      <dsp:spPr>
        <a:xfrm>
          <a:off x="1521550" y="2565870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315B2-11EA-415B-AEF6-96A923313A4F}">
      <dsp:nvSpPr>
        <dsp:cNvPr id="0" name=""/>
        <dsp:cNvSpPr/>
      </dsp:nvSpPr>
      <dsp:spPr>
        <a:xfrm>
          <a:off x="1635666" y="2586063"/>
          <a:ext cx="5972084" cy="403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Explizite Typdefinition wichtig</a:t>
          </a:r>
          <a:endParaRPr lang="en-US" sz="1500" kern="1200"/>
        </a:p>
      </dsp:txBody>
      <dsp:txXfrm>
        <a:off x="1635666" y="2586063"/>
        <a:ext cx="5972084" cy="403859"/>
      </dsp:txXfrm>
    </dsp:sp>
    <dsp:sp modelId="{A05E1412-75AF-4A15-BDDB-5DDAC334D968}">
      <dsp:nvSpPr>
        <dsp:cNvPr id="0" name=""/>
        <dsp:cNvSpPr/>
      </dsp:nvSpPr>
      <dsp:spPr>
        <a:xfrm>
          <a:off x="1521550" y="2989922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5CBE2-124E-40B1-8E10-A29B0B540C95}">
      <dsp:nvSpPr>
        <dsp:cNvPr id="0" name=""/>
        <dsp:cNvSpPr/>
      </dsp:nvSpPr>
      <dsp:spPr>
        <a:xfrm>
          <a:off x="1635666" y="3010115"/>
          <a:ext cx="5972084" cy="403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Mehr Typsicherheit</a:t>
          </a:r>
          <a:endParaRPr lang="en-US" sz="1500" kern="1200"/>
        </a:p>
      </dsp:txBody>
      <dsp:txXfrm>
        <a:off x="1635666" y="3010115"/>
        <a:ext cx="5972084" cy="403859"/>
      </dsp:txXfrm>
    </dsp:sp>
    <dsp:sp modelId="{6C3DCF78-8583-43F3-82E5-7AC84987DA86}">
      <dsp:nvSpPr>
        <dsp:cNvPr id="0" name=""/>
        <dsp:cNvSpPr/>
      </dsp:nvSpPr>
      <dsp:spPr>
        <a:xfrm>
          <a:off x="1521550" y="3413975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1F8C0-EEC7-4971-A097-1F335CB04F9F}">
      <dsp:nvSpPr>
        <dsp:cNvPr id="0" name=""/>
        <dsp:cNvSpPr/>
      </dsp:nvSpPr>
      <dsp:spPr>
        <a:xfrm>
          <a:off x="0" y="1677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60909-7D34-4118-B2F9-5BDB5F1B0F74}">
      <dsp:nvSpPr>
        <dsp:cNvPr id="0" name=""/>
        <dsp:cNvSpPr/>
      </dsp:nvSpPr>
      <dsp:spPr>
        <a:xfrm>
          <a:off x="0" y="1677"/>
          <a:ext cx="1521550" cy="1144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b="1" kern="1200"/>
            <a:t>Goroutines:</a:t>
          </a:r>
          <a:endParaRPr lang="en-US" sz="2100" kern="1200"/>
        </a:p>
      </dsp:txBody>
      <dsp:txXfrm>
        <a:off x="0" y="1677"/>
        <a:ext cx="1521550" cy="1144058"/>
      </dsp:txXfrm>
    </dsp:sp>
    <dsp:sp modelId="{4F178F7E-E77E-4653-9CB2-309E78EB0CD7}">
      <dsp:nvSpPr>
        <dsp:cNvPr id="0" name=""/>
        <dsp:cNvSpPr/>
      </dsp:nvSpPr>
      <dsp:spPr>
        <a:xfrm>
          <a:off x="1635666" y="15126"/>
          <a:ext cx="5972084" cy="268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Leichgewichtige Threads</a:t>
          </a:r>
          <a:endParaRPr lang="en-US" sz="900" kern="1200"/>
        </a:p>
      </dsp:txBody>
      <dsp:txXfrm>
        <a:off x="1635666" y="15126"/>
        <a:ext cx="5972084" cy="268976"/>
      </dsp:txXfrm>
    </dsp:sp>
    <dsp:sp modelId="{23BA4536-CF29-4A74-BA53-504902F4FAB4}">
      <dsp:nvSpPr>
        <dsp:cNvPr id="0" name=""/>
        <dsp:cNvSpPr/>
      </dsp:nvSpPr>
      <dsp:spPr>
        <a:xfrm>
          <a:off x="1521550" y="284103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FA85E-2EA5-4AC4-AB5F-520E841BC4CF}">
      <dsp:nvSpPr>
        <dsp:cNvPr id="0" name=""/>
        <dsp:cNvSpPr/>
      </dsp:nvSpPr>
      <dsp:spPr>
        <a:xfrm>
          <a:off x="1635666" y="297551"/>
          <a:ext cx="5972084" cy="268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Start mit «go» Keyword</a:t>
          </a:r>
          <a:endParaRPr lang="en-US" sz="900" kern="1200"/>
        </a:p>
      </dsp:txBody>
      <dsp:txXfrm>
        <a:off x="1635666" y="297551"/>
        <a:ext cx="5972084" cy="268976"/>
      </dsp:txXfrm>
    </dsp:sp>
    <dsp:sp modelId="{DC4926B0-5496-4E96-93CB-F1BB27564B4F}">
      <dsp:nvSpPr>
        <dsp:cNvPr id="0" name=""/>
        <dsp:cNvSpPr/>
      </dsp:nvSpPr>
      <dsp:spPr>
        <a:xfrm>
          <a:off x="1521550" y="566528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E39F7-D16A-4DEF-8BA1-46A82438744D}">
      <dsp:nvSpPr>
        <dsp:cNvPr id="0" name=""/>
        <dsp:cNvSpPr/>
      </dsp:nvSpPr>
      <dsp:spPr>
        <a:xfrm>
          <a:off x="1635666" y="579977"/>
          <a:ext cx="5972084" cy="268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Laufen parallel / nebenläufig</a:t>
          </a:r>
          <a:endParaRPr lang="en-US" sz="900" kern="1200"/>
        </a:p>
      </dsp:txBody>
      <dsp:txXfrm>
        <a:off x="1635666" y="579977"/>
        <a:ext cx="5972084" cy="268976"/>
      </dsp:txXfrm>
    </dsp:sp>
    <dsp:sp modelId="{FE3DBA9E-98CC-4727-8BD6-A55CF83EE8C4}">
      <dsp:nvSpPr>
        <dsp:cNvPr id="0" name=""/>
        <dsp:cNvSpPr/>
      </dsp:nvSpPr>
      <dsp:spPr>
        <a:xfrm>
          <a:off x="1521550" y="848954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47832-5E60-409E-927E-D470B0ACEFC1}">
      <dsp:nvSpPr>
        <dsp:cNvPr id="0" name=""/>
        <dsp:cNvSpPr/>
      </dsp:nvSpPr>
      <dsp:spPr>
        <a:xfrm>
          <a:off x="1635666" y="862402"/>
          <a:ext cx="5972084" cy="268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Effizient und schnell</a:t>
          </a:r>
          <a:endParaRPr lang="en-US" sz="900" kern="1200"/>
        </a:p>
      </dsp:txBody>
      <dsp:txXfrm>
        <a:off x="1635666" y="862402"/>
        <a:ext cx="5972084" cy="268976"/>
      </dsp:txXfrm>
    </dsp:sp>
    <dsp:sp modelId="{4774C9C4-6FAE-46D2-9EF9-3B838013D57C}">
      <dsp:nvSpPr>
        <dsp:cNvPr id="0" name=""/>
        <dsp:cNvSpPr/>
      </dsp:nvSpPr>
      <dsp:spPr>
        <a:xfrm>
          <a:off x="1521550" y="1131379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B7FB1-AF05-498E-A6DE-1D2079743FC6}">
      <dsp:nvSpPr>
        <dsp:cNvPr id="0" name=""/>
        <dsp:cNvSpPr/>
      </dsp:nvSpPr>
      <dsp:spPr>
        <a:xfrm>
          <a:off x="0" y="1145736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078B2-9ECB-46A0-BA6C-6F89B5004599}">
      <dsp:nvSpPr>
        <dsp:cNvPr id="0" name=""/>
        <dsp:cNvSpPr/>
      </dsp:nvSpPr>
      <dsp:spPr>
        <a:xfrm>
          <a:off x="0" y="1145736"/>
          <a:ext cx="1521550" cy="1144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b="1" kern="1200"/>
            <a:t>Channels: </a:t>
          </a:r>
          <a:endParaRPr lang="en-US" sz="2100" kern="1200"/>
        </a:p>
      </dsp:txBody>
      <dsp:txXfrm>
        <a:off x="0" y="1145736"/>
        <a:ext cx="1521550" cy="1144058"/>
      </dsp:txXfrm>
    </dsp:sp>
    <dsp:sp modelId="{28BB8E78-E84F-484E-A500-59CE05795962}">
      <dsp:nvSpPr>
        <dsp:cNvPr id="0" name=""/>
        <dsp:cNvSpPr/>
      </dsp:nvSpPr>
      <dsp:spPr>
        <a:xfrm>
          <a:off x="1635666" y="1156517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Kommunikation zwischen Goroutines</a:t>
          </a:r>
          <a:endParaRPr lang="en-US" sz="900" kern="1200"/>
        </a:p>
      </dsp:txBody>
      <dsp:txXfrm>
        <a:off x="1635666" y="1156517"/>
        <a:ext cx="5972084" cy="215628"/>
      </dsp:txXfrm>
    </dsp:sp>
    <dsp:sp modelId="{9B1A7349-7D5B-44C3-9A37-9A06D609A267}">
      <dsp:nvSpPr>
        <dsp:cNvPr id="0" name=""/>
        <dsp:cNvSpPr/>
      </dsp:nvSpPr>
      <dsp:spPr>
        <a:xfrm>
          <a:off x="1521550" y="1372145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7FDD0-5876-4DC2-927B-6225132883FB}">
      <dsp:nvSpPr>
        <dsp:cNvPr id="0" name=""/>
        <dsp:cNvSpPr/>
      </dsp:nvSpPr>
      <dsp:spPr>
        <a:xfrm>
          <a:off x="1635666" y="1382927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Senden und Empfangen von Daten</a:t>
          </a:r>
          <a:endParaRPr lang="en-US" sz="900" kern="1200"/>
        </a:p>
      </dsp:txBody>
      <dsp:txXfrm>
        <a:off x="1635666" y="1382927"/>
        <a:ext cx="5972084" cy="215628"/>
      </dsp:txXfrm>
    </dsp:sp>
    <dsp:sp modelId="{AF10EB40-26B4-4176-AEC6-ED062AEEE079}">
      <dsp:nvSpPr>
        <dsp:cNvPr id="0" name=""/>
        <dsp:cNvSpPr/>
      </dsp:nvSpPr>
      <dsp:spPr>
        <a:xfrm>
          <a:off x="1521550" y="1598555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F6AB6-0D01-41C1-A745-F447299D5E7A}">
      <dsp:nvSpPr>
        <dsp:cNvPr id="0" name=""/>
        <dsp:cNvSpPr/>
      </dsp:nvSpPr>
      <dsp:spPr>
        <a:xfrm>
          <a:off x="1635666" y="1609336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Typisiert (chan int, chan string)</a:t>
          </a:r>
          <a:endParaRPr lang="en-US" sz="900" kern="1200"/>
        </a:p>
      </dsp:txBody>
      <dsp:txXfrm>
        <a:off x="1635666" y="1609336"/>
        <a:ext cx="5972084" cy="215628"/>
      </dsp:txXfrm>
    </dsp:sp>
    <dsp:sp modelId="{196A1DBE-E176-4EFC-B2CC-093C71C34352}">
      <dsp:nvSpPr>
        <dsp:cNvPr id="0" name=""/>
        <dsp:cNvSpPr/>
      </dsp:nvSpPr>
      <dsp:spPr>
        <a:xfrm>
          <a:off x="1521550" y="1824965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3C1BA-62A6-4981-9102-4F8E1FB2CAC4}">
      <dsp:nvSpPr>
        <dsp:cNvPr id="0" name=""/>
        <dsp:cNvSpPr/>
      </dsp:nvSpPr>
      <dsp:spPr>
        <a:xfrm>
          <a:off x="1635666" y="1835746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Synchronisieren Goroutines</a:t>
          </a:r>
          <a:endParaRPr lang="en-US" sz="900" kern="1200"/>
        </a:p>
      </dsp:txBody>
      <dsp:txXfrm>
        <a:off x="1635666" y="1835746"/>
        <a:ext cx="5972084" cy="215628"/>
      </dsp:txXfrm>
    </dsp:sp>
    <dsp:sp modelId="{085AF5AD-299F-426D-9EA9-258B01413EED}">
      <dsp:nvSpPr>
        <dsp:cNvPr id="0" name=""/>
        <dsp:cNvSpPr/>
      </dsp:nvSpPr>
      <dsp:spPr>
        <a:xfrm>
          <a:off x="1521550" y="2051374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738BF-5227-47E2-8CB6-7B5392E263AF}">
      <dsp:nvSpPr>
        <dsp:cNvPr id="0" name=""/>
        <dsp:cNvSpPr/>
      </dsp:nvSpPr>
      <dsp:spPr>
        <a:xfrm>
          <a:off x="1635666" y="2062156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Verhindern viele Race Conditions</a:t>
          </a:r>
          <a:endParaRPr lang="en-US" sz="900" kern="1200"/>
        </a:p>
      </dsp:txBody>
      <dsp:txXfrm>
        <a:off x="1635666" y="2062156"/>
        <a:ext cx="5972084" cy="215628"/>
      </dsp:txXfrm>
    </dsp:sp>
    <dsp:sp modelId="{23D80B93-D732-476F-87D1-AEBB7EE3C9C9}">
      <dsp:nvSpPr>
        <dsp:cNvPr id="0" name=""/>
        <dsp:cNvSpPr/>
      </dsp:nvSpPr>
      <dsp:spPr>
        <a:xfrm>
          <a:off x="1521550" y="2277784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E94A3-3A24-44C0-BB51-98E18FD07518}">
      <dsp:nvSpPr>
        <dsp:cNvPr id="0" name=""/>
        <dsp:cNvSpPr/>
      </dsp:nvSpPr>
      <dsp:spPr>
        <a:xfrm>
          <a:off x="0" y="2289794"/>
          <a:ext cx="76077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B7708-ACB8-44CB-A658-E994E0859E83}">
      <dsp:nvSpPr>
        <dsp:cNvPr id="0" name=""/>
        <dsp:cNvSpPr/>
      </dsp:nvSpPr>
      <dsp:spPr>
        <a:xfrm>
          <a:off x="0" y="2289794"/>
          <a:ext cx="1521550" cy="1144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100" b="1" kern="1200"/>
            <a:t>Select:</a:t>
          </a:r>
          <a:endParaRPr lang="en-US" sz="2100" kern="1200"/>
        </a:p>
      </dsp:txBody>
      <dsp:txXfrm>
        <a:off x="0" y="2289794"/>
        <a:ext cx="1521550" cy="1144058"/>
      </dsp:txXfrm>
    </dsp:sp>
    <dsp:sp modelId="{1483427B-D1AE-476D-B17F-92275D42378B}">
      <dsp:nvSpPr>
        <dsp:cNvPr id="0" name=""/>
        <dsp:cNvSpPr/>
      </dsp:nvSpPr>
      <dsp:spPr>
        <a:xfrm>
          <a:off x="1635666" y="2300576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Arbeitet mit mehreren Channels</a:t>
          </a:r>
          <a:endParaRPr lang="en-US" sz="900" kern="1200"/>
        </a:p>
      </dsp:txBody>
      <dsp:txXfrm>
        <a:off x="1635666" y="2300576"/>
        <a:ext cx="5972084" cy="215628"/>
      </dsp:txXfrm>
    </dsp:sp>
    <dsp:sp modelId="{ECAF356A-2C01-4E72-9DD4-0C96DD97F1AD}">
      <dsp:nvSpPr>
        <dsp:cNvPr id="0" name=""/>
        <dsp:cNvSpPr/>
      </dsp:nvSpPr>
      <dsp:spPr>
        <a:xfrm>
          <a:off x="1521550" y="2516204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35142-96C0-446E-B09E-9F5539967BB7}">
      <dsp:nvSpPr>
        <dsp:cNvPr id="0" name=""/>
        <dsp:cNvSpPr/>
      </dsp:nvSpPr>
      <dsp:spPr>
        <a:xfrm>
          <a:off x="1635666" y="2526985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Wartet auf mehrere Operationen gleichzeitig</a:t>
          </a:r>
          <a:endParaRPr lang="en-US" sz="900" kern="1200"/>
        </a:p>
      </dsp:txBody>
      <dsp:txXfrm>
        <a:off x="1635666" y="2526985"/>
        <a:ext cx="5972084" cy="215628"/>
      </dsp:txXfrm>
    </dsp:sp>
    <dsp:sp modelId="{D6CCC682-1628-4DC8-9C43-0BFEEBB98F28}">
      <dsp:nvSpPr>
        <dsp:cNvPr id="0" name=""/>
        <dsp:cNvSpPr/>
      </dsp:nvSpPr>
      <dsp:spPr>
        <a:xfrm>
          <a:off x="1521550" y="2742614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087D0-006C-4F5A-981C-F7DEBC3A3B82}">
      <dsp:nvSpPr>
        <dsp:cNvPr id="0" name=""/>
        <dsp:cNvSpPr/>
      </dsp:nvSpPr>
      <dsp:spPr>
        <a:xfrm>
          <a:off x="1635666" y="2753395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Führt den ersten verfügbaren Fall aus</a:t>
          </a:r>
          <a:endParaRPr lang="en-US" sz="900" kern="1200"/>
        </a:p>
      </dsp:txBody>
      <dsp:txXfrm>
        <a:off x="1635666" y="2753395"/>
        <a:ext cx="5972084" cy="215628"/>
      </dsp:txXfrm>
    </dsp:sp>
    <dsp:sp modelId="{AC47333A-A16E-4DB8-8A59-72F7D9902656}">
      <dsp:nvSpPr>
        <dsp:cNvPr id="0" name=""/>
        <dsp:cNvSpPr/>
      </dsp:nvSpPr>
      <dsp:spPr>
        <a:xfrm>
          <a:off x="1521550" y="2969023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D097F-3DD7-4CCD-B436-2875513866D1}">
      <dsp:nvSpPr>
        <dsp:cNvPr id="0" name=""/>
        <dsp:cNvSpPr/>
      </dsp:nvSpPr>
      <dsp:spPr>
        <a:xfrm>
          <a:off x="1635666" y="2979805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Ünterstützt «default» Fall</a:t>
          </a:r>
          <a:endParaRPr lang="en-US" sz="900" kern="1200"/>
        </a:p>
      </dsp:txBody>
      <dsp:txXfrm>
        <a:off x="1635666" y="2979805"/>
        <a:ext cx="5972084" cy="215628"/>
      </dsp:txXfrm>
    </dsp:sp>
    <dsp:sp modelId="{B57E5ADF-E7CF-49D1-9EBB-40FB5E5239F8}">
      <dsp:nvSpPr>
        <dsp:cNvPr id="0" name=""/>
        <dsp:cNvSpPr/>
      </dsp:nvSpPr>
      <dsp:spPr>
        <a:xfrm>
          <a:off x="1521550" y="3195433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8D8EF-8475-42D1-B32D-F0485406A6D3}">
      <dsp:nvSpPr>
        <dsp:cNvPr id="0" name=""/>
        <dsp:cNvSpPr/>
      </dsp:nvSpPr>
      <dsp:spPr>
        <a:xfrm>
          <a:off x="1635666" y="3206214"/>
          <a:ext cx="5972084" cy="215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900" kern="1200"/>
            <a:t>Nützlich für parallele Kommunikation</a:t>
          </a:r>
          <a:endParaRPr lang="en-US" sz="900" kern="1200"/>
        </a:p>
      </dsp:txBody>
      <dsp:txXfrm>
        <a:off x="1635666" y="3206214"/>
        <a:ext cx="5972084" cy="215628"/>
      </dsp:txXfrm>
    </dsp:sp>
    <dsp:sp modelId="{C754EA6C-02F9-40C0-8AE6-17BDCD956006}">
      <dsp:nvSpPr>
        <dsp:cNvPr id="0" name=""/>
        <dsp:cNvSpPr/>
      </dsp:nvSpPr>
      <dsp:spPr>
        <a:xfrm>
          <a:off x="1521550" y="3421843"/>
          <a:ext cx="6086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F29D7-4D5E-4EA2-BC6C-FBB4FD3A14C3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A8EFC-B2BC-48B4-8E8D-E462A1DAAB7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9EDC2E-815B-4330-A8EA-D0D84AFB68B2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kern="1200" dirty="0"/>
            <a:t>Fibonacci Berechnung</a:t>
          </a:r>
          <a:endParaRPr lang="en-US" sz="2500" kern="1200" dirty="0"/>
        </a:p>
      </dsp:txBody>
      <dsp:txXfrm>
        <a:off x="1844034" y="682"/>
        <a:ext cx="2839914" cy="1596566"/>
      </dsp:txXfrm>
    </dsp:sp>
    <dsp:sp modelId="{BAE22849-C14C-4BF0-A272-0E4A3F44198C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1EFEA-FFE1-440E-AC5E-0A8CCB1E54E9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D9A45-18AB-4D41-AF2B-38A00240C8D4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kern="1200"/>
            <a:t>SW9 – Exercise 3 (Parallel)</a:t>
          </a:r>
          <a:endParaRPr lang="en-US" sz="2500" kern="1200"/>
        </a:p>
      </dsp:txBody>
      <dsp:txXfrm>
        <a:off x="1844034" y="1996390"/>
        <a:ext cx="2839914" cy="1596566"/>
      </dsp:txXfrm>
    </dsp:sp>
    <dsp:sp modelId="{DAB0A9D0-33BF-419D-BB02-222731A8961F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44DD38-8C26-45CF-98FF-2EDDCE077D2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8C368-68A7-48BC-B251-5E105939D34D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kern="1200" dirty="0"/>
            <a:t>SW5 – </a:t>
          </a:r>
          <a:r>
            <a:rPr lang="de-CH" sz="2500" kern="1200" dirty="0" err="1"/>
            <a:t>Exercise</a:t>
          </a:r>
          <a:r>
            <a:rPr lang="de-CH" sz="2500" kern="1200" dirty="0"/>
            <a:t> 9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(Collatz)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F2C90-E8EE-43CD-8D96-4E8A72565517}" type="datetimeFigureOut">
              <a:rPr lang="de-CH" smtClean="0"/>
              <a:t>19.05.26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45742-DB6B-4CE6-B846-92E01489719F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4070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CH" b="1" dirty="0"/>
              <a:t>Einfachheit über alles</a:t>
            </a:r>
          </a:p>
          <a:p>
            <a:pPr marL="0" indent="0">
              <a:buNone/>
            </a:pPr>
            <a:r>
              <a:rPr lang="de-CH" dirty="0"/>
              <a:t>Go vermeidet bewusst viele Features: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Keine komplizierte Vererbung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Kein «Magie»-Code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Sehr klare Syntax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Ziel: Code, den jeder im Team schnell versteht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b="1" dirty="0">
                <a:sym typeface="Wingdings" panose="05000000000000000000" pitchFamily="2" charset="2"/>
              </a:rPr>
              <a:t>2. Schnelligkeit (Entwicklung + Ausführung)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Kompiliert extrem schnell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Läuft fast so schnell wie C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Ideal für grosse Projekte mit vielen </a:t>
            </a:r>
            <a:r>
              <a:rPr lang="de-CH" dirty="0" err="1">
                <a:sym typeface="Wingdings" panose="05000000000000000000" pitchFamily="2" charset="2"/>
              </a:rPr>
              <a:t>Builds</a:t>
            </a:r>
            <a:endParaRPr lang="de-CH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b="1" dirty="0">
                <a:sym typeface="Wingdings" panose="05000000000000000000" pitchFamily="2" charset="2"/>
              </a:rPr>
              <a:t>3. Eingebaute Nebenläufigkeit (</a:t>
            </a:r>
            <a:r>
              <a:rPr lang="de-CH" b="1" dirty="0" err="1">
                <a:sym typeface="Wingdings" panose="05000000000000000000" pitchFamily="2" charset="2"/>
              </a:rPr>
              <a:t>Concurrency</a:t>
            </a:r>
            <a:r>
              <a:rPr lang="de-CH" b="1" dirty="0">
                <a:sym typeface="Wingdings" panose="05000000000000000000" pitchFamily="2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Das ist ein zentraler Punkt: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 err="1">
                <a:sym typeface="Wingdings" panose="05000000000000000000" pitchFamily="2" charset="2"/>
              </a:rPr>
              <a:t>Goroutines</a:t>
            </a:r>
            <a:r>
              <a:rPr lang="de-CH" dirty="0">
                <a:sym typeface="Wingdings" panose="05000000000000000000" pitchFamily="2" charset="2"/>
              </a:rPr>
              <a:t> (leichte Threads)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Channels zur Kommunikation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Vision: Nebenläufige Programme sollen einfach sein, nicht kompliziert wie in vielen anderen Sprachen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b="1" dirty="0">
                <a:sym typeface="Wingdings" panose="05000000000000000000" pitchFamily="2" charset="2"/>
              </a:rPr>
              <a:t>4. Starke Standardbibliothek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Go bringt vieles direkt mit: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HTTP-Server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JSON-Verarbeitung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Networking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Somit weniger externe Abhängigkeiten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b="1" dirty="0">
                <a:sym typeface="Wingdings" panose="05000000000000000000" pitchFamily="2" charset="2"/>
              </a:rPr>
              <a:t>5. Klare Struktur für Teams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Go zwingt dich zu einem gewissen Stil: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«</a:t>
            </a:r>
            <a:r>
              <a:rPr lang="de-CH" dirty="0" err="1">
                <a:sym typeface="Wingdings" panose="05000000000000000000" pitchFamily="2" charset="2"/>
              </a:rPr>
              <a:t>gofmt</a:t>
            </a:r>
            <a:r>
              <a:rPr lang="de-CH" dirty="0">
                <a:sym typeface="Wingdings" panose="05000000000000000000" pitchFamily="2" charset="2"/>
              </a:rPr>
              <a:t>» formatiert Code automatisch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CH" dirty="0">
                <a:sym typeface="Wingdings" panose="05000000000000000000" pitchFamily="2" charset="2"/>
              </a:rPr>
              <a:t>Wenig Interpretationsspielraum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de-CH" dirty="0">
                <a:sym typeface="Wingdings" panose="05000000000000000000" pitchFamily="2" charset="2"/>
              </a:rPr>
              <a:t>Grosse Teams können konsistent 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45742-DB6B-4CE6-B846-92E01489719F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988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45742-DB6B-4CE6-B846-92E01489719F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5908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45742-DB6B-4CE6-B846-92E01489719F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480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.dev/doc/instal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5357" y="2960716"/>
            <a:ext cx="3027251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356" y="953037"/>
            <a:ext cx="3027250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Nevilan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Sabanathan</a:t>
            </a:r>
            <a:br>
              <a:rPr lang="en-US" sz="1700" dirty="0"/>
            </a:br>
            <a:r>
              <a:rPr lang="en-US" sz="1700" dirty="0"/>
              <a:t>Bleron Hajdini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Why should you use Golang programming language">
            <a:extLst>
              <a:ext uri="{FF2B5EF4-FFF2-40B4-BE49-F238E27FC236}">
                <a16:creationId xmlns:a16="http://schemas.microsoft.com/office/drawing/2014/main" id="{53FFDC97-DA7D-4ED4-6DF0-8D5BF7CFC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1869" y="2081879"/>
            <a:ext cx="4152000" cy="263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0A1EB6-AD89-4B38-B328-726CF9C2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de-CH" sz="4200"/>
              <a:t>Vision</a:t>
            </a:r>
          </a:p>
        </p:txBody>
      </p:sp>
      <p:grpSp>
        <p:nvGrpSpPr>
          <p:cNvPr id="2070" name="Group 206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071" name="Rectangle 207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DAB6A7-60DE-D475-B6EF-B1A6D3934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245132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CH" sz="1900" b="1" dirty="0"/>
              <a:t>Kernidee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900" dirty="0"/>
              <a:t>Grosse Systeme bei Google wurden immer komplexer, </a:t>
            </a:r>
            <a:r>
              <a:rPr lang="de-CH" sz="1900" dirty="0" err="1"/>
              <a:t>Builds</a:t>
            </a:r>
            <a:r>
              <a:rPr lang="de-CH" sz="1900" dirty="0"/>
              <a:t> dauerten lange und viele Sprachen waren zu kompliziert oder zu ineffizient </a:t>
            </a:r>
            <a:r>
              <a:rPr lang="de-CH" sz="1900" dirty="0">
                <a:sym typeface="Wingdings" panose="05000000000000000000" pitchFamily="2" charset="2"/>
              </a:rPr>
              <a:t> </a:t>
            </a:r>
            <a:r>
              <a:rPr lang="de-CH" sz="1900" b="1" dirty="0">
                <a:sym typeface="Wingdings" panose="05000000000000000000" pitchFamily="2" charset="2"/>
              </a:rPr>
              <a:t>Go sollte die Mitte treffen</a:t>
            </a:r>
            <a:endParaRPr lang="de-CH" sz="1900" dirty="0"/>
          </a:p>
          <a:p>
            <a:pPr marL="0" indent="0">
              <a:buNone/>
            </a:pPr>
            <a:r>
              <a:rPr lang="de-CH" sz="1900" b="1" dirty="0"/>
              <a:t>Die wichtigsten Prinzipien der Go-Vision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900" dirty="0"/>
              <a:t>Einfachheit über alles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900" dirty="0"/>
              <a:t>Schnelligkeit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900" dirty="0"/>
              <a:t>Eingebaute Nebenläufigkeit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CH" sz="1900" dirty="0"/>
              <a:t>Starke Standardbibliothek</a:t>
            </a: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E5CF7752-C6D5-F45E-36E9-7DBD67F25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67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F82B8-418D-AF06-ECF6-0C070EA0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EDA5217-3E4D-1B88-4D98-8F784C13B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421C7B-4D8C-8526-E76E-05DE27635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Geschichte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C05B1C7C-E98B-8527-BCC4-FB096970F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9837EB17-8E4C-6CF8-3631-E35B16AF5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DABD4860-84C8-9F94-FB8A-38D3948DC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4BDB2A1-2BE6-5560-E4FF-12D5E25D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AB4703-317D-A425-627C-810482B5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CH" sz="2100" b="1" dirty="0"/>
              <a:t>Erscheinungsjahr</a:t>
            </a:r>
            <a:r>
              <a:rPr lang="de-CH" sz="2100" dirty="0"/>
              <a:t> </a:t>
            </a:r>
            <a:r>
              <a:rPr lang="de-CH" sz="2100" dirty="0">
                <a:sym typeface="Wingdings" panose="05000000000000000000" pitchFamily="2" charset="2"/>
              </a:rPr>
              <a:t> 2009, erste stabile Version 2012</a:t>
            </a:r>
            <a:endParaRPr lang="de-CH" sz="2100" dirty="0"/>
          </a:p>
          <a:p>
            <a:pPr marL="0" indent="0">
              <a:buNone/>
            </a:pPr>
            <a:r>
              <a:rPr lang="de-CH" sz="2100" b="1" dirty="0"/>
              <a:t>Entwickler</a:t>
            </a:r>
            <a:r>
              <a:rPr lang="de-CH" sz="2100" dirty="0"/>
              <a:t> </a:t>
            </a:r>
            <a:r>
              <a:rPr lang="de-CH" sz="2100" dirty="0">
                <a:sym typeface="Wingdings" panose="05000000000000000000" pitchFamily="2" charset="2"/>
              </a:rPr>
              <a:t> Robert Griesemer, Rob Pike, Ken Thompson</a:t>
            </a:r>
            <a:endParaRPr lang="de-CH" sz="2100" dirty="0"/>
          </a:p>
          <a:p>
            <a:pPr marL="0" indent="0">
              <a:buNone/>
            </a:pPr>
            <a:r>
              <a:rPr lang="de-CH" sz="2100" b="1" dirty="0"/>
              <a:t>Beeinflusst von </a:t>
            </a:r>
            <a:r>
              <a:rPr lang="de-CH" sz="2100" dirty="0">
                <a:sym typeface="Wingdings" panose="05000000000000000000" pitchFamily="2" charset="2"/>
              </a:rPr>
              <a:t> C, </a:t>
            </a:r>
            <a:r>
              <a:rPr lang="de-CH" sz="2100" dirty="0" err="1">
                <a:sym typeface="Wingdings" panose="05000000000000000000" pitchFamily="2" charset="2"/>
              </a:rPr>
              <a:t>Newsqueak</a:t>
            </a:r>
            <a:r>
              <a:rPr lang="de-CH" sz="2100" dirty="0">
                <a:sym typeface="Wingdings" panose="05000000000000000000" pitchFamily="2" charset="2"/>
              </a:rPr>
              <a:t>, Alef, Limbo, Oberon</a:t>
            </a:r>
          </a:p>
          <a:p>
            <a:pPr marL="0" indent="0">
              <a:buNone/>
            </a:pPr>
            <a:r>
              <a:rPr lang="de-CH" sz="2100" b="1" dirty="0">
                <a:sym typeface="Wingdings" panose="05000000000000000000" pitchFamily="2" charset="2"/>
              </a:rPr>
              <a:t>Aktuelle Version </a:t>
            </a:r>
            <a:r>
              <a:rPr lang="de-CH" sz="2100" dirty="0">
                <a:sym typeface="Wingdings" panose="05000000000000000000" pitchFamily="2" charset="2"/>
              </a:rPr>
              <a:t> 1.26.3 </a:t>
            </a:r>
            <a:r>
              <a:rPr lang="de-CH" sz="1100" dirty="0">
                <a:sym typeface="Wingdings" panose="05000000000000000000" pitchFamily="2" charset="2"/>
              </a:rPr>
              <a:t>(Quelle </a:t>
            </a:r>
            <a:r>
              <a:rPr lang="de-CH" sz="1100" dirty="0">
                <a:sym typeface="Wingdings" panose="05000000000000000000" pitchFamily="2" charset="2"/>
                <a:hlinkClick r:id="rId3"/>
              </a:rPr>
              <a:t>https://go.dev/doc/install</a:t>
            </a:r>
            <a:r>
              <a:rPr lang="de-CH" sz="1100" dirty="0">
                <a:sym typeface="Wingdings" panose="05000000000000000000" pitchFamily="2" charset="2"/>
              </a:rPr>
              <a:t>) </a:t>
            </a:r>
            <a:endParaRPr lang="de-CH" sz="2100" dirty="0">
              <a:solidFill>
                <a:srgbClr val="FF0000"/>
              </a:solidFill>
            </a:endParaRP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9537D648-B8F6-E59D-CD25-24045703C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09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B1295-ADE9-0D55-06E3-C6BDAD5E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206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D1F6AE-F6AD-D48A-323C-9FC73C3F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Verbreitung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D59715A-3447-55F6-795D-6C2176689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5622" y="1675227"/>
            <a:ext cx="6632754" cy="4394199"/>
          </a:xfrm>
          <a:prstGeom prst="rect">
            <a:avLst/>
          </a:prstGeom>
        </p:spPr>
      </p:pic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992EEC75-2EFA-E37D-0EAB-11671E827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521AA3A-16DF-9E58-9B4F-49A9B111F497}"/>
              </a:ext>
            </a:extLst>
          </p:cNvPr>
          <p:cNvSpPr txBox="1"/>
          <p:nvPr/>
        </p:nvSpPr>
        <p:spPr>
          <a:xfrm>
            <a:off x="1255622" y="6304156"/>
            <a:ext cx="2969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/>
              <a:t>Quelle: https://www.tiobe.com/tiobe-index/</a:t>
            </a:r>
          </a:p>
        </p:txBody>
      </p:sp>
    </p:spTree>
    <p:extLst>
      <p:ext uri="{BB962C8B-B14F-4D97-AF65-F5344CB8AC3E}">
        <p14:creationId xmlns:p14="http://schemas.microsoft.com/office/powerpoint/2010/main" val="2367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F49C7-044B-4325-B149-D8FFB22C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D7E04227-2EA1-17D7-48E3-EB08C2A94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EF691E-7601-7B3D-DE6D-69771A40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 fontScale="90000"/>
          </a:bodyPr>
          <a:lstStyle/>
          <a:p>
            <a:r>
              <a:rPr lang="de-CH" sz="4700" dirty="0"/>
              <a:t>Generelle Informationen über GO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A88AB482-A563-54DE-A864-4F37FC978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471116CF-D4D7-3A2A-0790-875C7C6AF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73D23E8E-AD90-CF43-001D-66F7A31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28BE3988-8893-96B4-F410-07CB7248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E3B4D2-4E3C-8ABE-9FC6-D6F559C60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CH" sz="2100" b="1" dirty="0"/>
              <a:t>Paradigmen</a:t>
            </a:r>
            <a:r>
              <a:rPr lang="de-CH" sz="2100" dirty="0"/>
              <a:t> </a:t>
            </a:r>
            <a:r>
              <a:rPr lang="de-CH" sz="2100" dirty="0">
                <a:sym typeface="Wingdings" panose="05000000000000000000" pitchFamily="2" charset="2"/>
              </a:rPr>
              <a:t> Nebenläufig, imperativ, strukturiert, modular, objektorientiert, generisch</a:t>
            </a:r>
            <a:endParaRPr lang="de-CH" sz="2100" dirty="0"/>
          </a:p>
          <a:p>
            <a:pPr marL="0" indent="0">
              <a:buNone/>
            </a:pPr>
            <a:r>
              <a:rPr lang="de-CH" sz="2100" b="1" dirty="0"/>
              <a:t>Typisierung</a:t>
            </a:r>
            <a:r>
              <a:rPr lang="de-CH" sz="2100" dirty="0"/>
              <a:t> </a:t>
            </a:r>
            <a:r>
              <a:rPr lang="de-CH" sz="2100" dirty="0">
                <a:sym typeface="Wingdings" panose="05000000000000000000" pitchFamily="2" charset="2"/>
              </a:rPr>
              <a:t> stark, statisch</a:t>
            </a:r>
            <a:endParaRPr lang="de-CH" sz="2100" dirty="0"/>
          </a:p>
          <a:p>
            <a:pPr marL="0" indent="0">
              <a:buNone/>
            </a:pPr>
            <a:r>
              <a:rPr lang="de-CH" sz="2100" dirty="0"/>
              <a:t>Hat im vergleich zu anderen Sprachen, weniger Schlüsselwörter</a:t>
            </a:r>
          </a:p>
          <a:p>
            <a:pPr marL="0" indent="0">
              <a:buNone/>
            </a:pPr>
            <a:r>
              <a:rPr lang="de-CH" sz="2100" dirty="0"/>
              <a:t>GO besitzt einen eigenen </a:t>
            </a:r>
            <a:r>
              <a:rPr lang="de-CH" sz="2100" dirty="0" err="1"/>
              <a:t>Garbage</a:t>
            </a:r>
            <a:r>
              <a:rPr lang="de-CH" sz="2100" dirty="0"/>
              <a:t> </a:t>
            </a:r>
            <a:r>
              <a:rPr lang="de-CH" sz="2100" dirty="0" err="1"/>
              <a:t>Collector</a:t>
            </a:r>
            <a:endParaRPr lang="de-CH" sz="2100" dirty="0"/>
          </a:p>
          <a:p>
            <a:pPr marL="0" indent="0">
              <a:buNone/>
            </a:pPr>
            <a:r>
              <a:rPr lang="de-CH" sz="2100" dirty="0"/>
              <a:t>GO verwendet Pointers, verzichtet jedoch auf </a:t>
            </a:r>
            <a:r>
              <a:rPr lang="de-CH" sz="2100" dirty="0" err="1"/>
              <a:t>Pointerarithmetik</a:t>
            </a:r>
            <a:endParaRPr lang="de-CH" sz="2100" dirty="0"/>
          </a:p>
          <a:p>
            <a:pPr marL="0" indent="0">
              <a:buNone/>
            </a:pPr>
            <a:r>
              <a:rPr lang="de-CH" sz="2100" dirty="0"/>
              <a:t>GO ist eine kompilierte Sprache</a:t>
            </a:r>
          </a:p>
          <a:p>
            <a:pPr marL="0" indent="0">
              <a:buNone/>
            </a:pPr>
            <a:r>
              <a:rPr lang="de-CH" sz="2100" dirty="0"/>
              <a:t>GO-Syntax ist orientiert an C </a:t>
            </a: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852A9056-E285-9A88-90CE-F25A783FE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3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05C74-0309-E9FD-5BB5-9CD218AB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5DE42EF-F1ED-C755-0515-FB15CA5D2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5F18AE-7B36-4E5A-4271-A153AACF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Slices Eigenschaften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97E5279D-C277-929F-BFEF-8B0BC352A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62E1A584-70EA-32E5-D99F-934E31B38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56FE89CA-9208-A58D-2B17-675FB124E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CF0B119-896F-D73B-ED68-68D9713B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19CC08-B738-BE4A-BAC9-1A02A44E0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 fontScale="92500" lnSpcReduction="10000"/>
          </a:bodyPr>
          <a:lstStyle/>
          <a:p>
            <a:r>
              <a:rPr lang="de-CH" sz="2100" dirty="0"/>
              <a:t>Dynamische Grösse</a:t>
            </a:r>
          </a:p>
          <a:p>
            <a:r>
              <a:rPr lang="de-CH" sz="2100" dirty="0"/>
              <a:t>Basieren auf Arrays</a:t>
            </a:r>
          </a:p>
          <a:p>
            <a:r>
              <a:rPr lang="de-CH" sz="2100" dirty="0"/>
              <a:t>Können wachsen</a:t>
            </a:r>
          </a:p>
          <a:p>
            <a:r>
              <a:rPr lang="de-CH" sz="2100" dirty="0"/>
              <a:t>Referenzieren denselben Speicherbereich</a:t>
            </a:r>
          </a:p>
          <a:p>
            <a:r>
              <a:rPr lang="de-CH" sz="2100" dirty="0"/>
              <a:t>Haben «</a:t>
            </a:r>
            <a:r>
              <a:rPr lang="de-CH" sz="2100" dirty="0" err="1"/>
              <a:t>length</a:t>
            </a:r>
            <a:r>
              <a:rPr lang="de-CH" sz="2100" dirty="0"/>
              <a:t>» und «</a:t>
            </a:r>
            <a:r>
              <a:rPr lang="de-CH" sz="2100" dirty="0" err="1"/>
              <a:t>capacity</a:t>
            </a:r>
            <a:r>
              <a:rPr lang="de-CH" sz="2100" dirty="0"/>
              <a:t>»</a:t>
            </a:r>
          </a:p>
          <a:p>
            <a:r>
              <a:rPr lang="de-CH" sz="2100" dirty="0"/>
              <a:t>Sehr effizient für Listen</a:t>
            </a:r>
          </a:p>
          <a:p>
            <a:r>
              <a:rPr lang="de-CH" sz="2100" dirty="0"/>
              <a:t>Können Teilbereiche eines Arrays darstellen</a:t>
            </a:r>
          </a:p>
          <a:p>
            <a:r>
              <a:rPr lang="de-CH" sz="2100" dirty="0"/>
              <a:t>Standardwert ist </a:t>
            </a:r>
            <a:r>
              <a:rPr lang="de-CH" sz="2100" dirty="0" err="1"/>
              <a:t>nil</a:t>
            </a:r>
            <a:endParaRPr lang="de-CH" sz="2100" dirty="0"/>
          </a:p>
          <a:p>
            <a:r>
              <a:rPr lang="de-CH" sz="2100" dirty="0"/>
              <a:t>Zugriff über Index (slice[i])</a:t>
            </a:r>
          </a:p>
          <a:p>
            <a:r>
              <a:rPr lang="de-CH" sz="2100" dirty="0"/>
              <a:t>Unterstützen </a:t>
            </a:r>
            <a:r>
              <a:rPr lang="de-CH" sz="2100" dirty="0" err="1"/>
              <a:t>Slicing</a:t>
            </a:r>
            <a:r>
              <a:rPr lang="de-CH" sz="2100" dirty="0"/>
              <a:t> (slice[</a:t>
            </a:r>
            <a:r>
              <a:rPr lang="de-CH" sz="2100" dirty="0" err="1"/>
              <a:t>a:b</a:t>
            </a:r>
            <a:r>
              <a:rPr lang="de-CH" sz="2100" dirty="0"/>
              <a:t>])</a:t>
            </a: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870558DF-3A9C-0490-BF72-CC6E01F8A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00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8D543-1B73-D639-FAA6-42714CB7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9B502B7-FAC5-C183-885D-9E7277EA5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85D4AD-4EB9-1927-E4E8-4DB9BDBC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Slices Code Beispiele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ECD0484A-5766-2252-A1E2-7CD41CA58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2CBDDB0A-4BC0-2A1A-5D10-08399940F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BF185093-B2A6-0358-ECF8-334D403B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8CA0CC6-6A0D-55AE-C37D-6E8140065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6DD077-AE13-4352-E0B1-56182DF63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CH" sz="2100" dirty="0"/>
          </a:p>
          <a:p>
            <a:pPr marL="0" indent="0">
              <a:buNone/>
            </a:pPr>
            <a:endParaRPr lang="de-CH" sz="2100" dirty="0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CD77FB0C-D2BF-9BCE-3643-633B0779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BC6022F-9EDE-362D-E7D8-245CBA506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26" y="2389218"/>
            <a:ext cx="7260395" cy="364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2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D3697-1D78-4CC0-4F13-58412528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5A373F65-2C02-EFA5-13AA-9A31C22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BDE69-E2DE-724F-472B-FD80F761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Maps Eigenschaften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87D5C43B-983C-CD03-D581-AFD3991AC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684B53A0-F78A-B158-551A-317242B87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2D887804-3785-DB50-0179-D457655D4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2A809A91-C8A4-CF93-32BC-064223DC5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EC2F82-2079-BEE9-A04D-EC18AE7F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de-CH" sz="2100" dirty="0"/>
              <a:t>Key – Value – </a:t>
            </a:r>
            <a:r>
              <a:rPr lang="de-CH" sz="2100" dirty="0" err="1"/>
              <a:t>Structure</a:t>
            </a:r>
            <a:endParaRPr lang="de-CH" sz="2100" dirty="0"/>
          </a:p>
          <a:p>
            <a:r>
              <a:rPr lang="de-CH" sz="2100" dirty="0"/>
              <a:t>Dynamische Grösse</a:t>
            </a:r>
          </a:p>
          <a:p>
            <a:r>
              <a:rPr lang="de-CH" sz="2100" dirty="0"/>
              <a:t>Reihenfolge ist nicht garantiert</a:t>
            </a:r>
          </a:p>
          <a:p>
            <a:r>
              <a:rPr lang="de-CH" sz="2100" dirty="0"/>
              <a:t>Standardwert ist </a:t>
            </a:r>
            <a:r>
              <a:rPr lang="de-CH" sz="2100" dirty="0" err="1"/>
              <a:t>nil</a:t>
            </a:r>
            <a:endParaRPr lang="de-CH" sz="2100" dirty="0"/>
          </a:p>
          <a:p>
            <a:r>
              <a:rPr lang="de-CH" sz="2100" dirty="0"/>
              <a:t>«</a:t>
            </a:r>
            <a:r>
              <a:rPr lang="de-CH" sz="2100" dirty="0" err="1"/>
              <a:t>range</a:t>
            </a:r>
            <a:r>
              <a:rPr lang="de-CH" sz="2100" dirty="0"/>
              <a:t>» für Iteration</a:t>
            </a: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2C12124C-3544-1E99-1B06-67D6E38CF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20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2B429-924E-38BF-0BC7-8AB83FA4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402BCCD-8498-F895-FB49-3A6814D95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AD8B81-93FE-CB35-DFBF-BA8F6C5E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Maps Code Beispiele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DE216921-7EE9-EFE6-44AD-A3B756E8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3835E63B-DABD-FA75-AE20-E2F8F5392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3B6EA3F6-276C-754D-03DB-3A255433B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2F5968E-22DD-92BC-BF02-61C6E2E95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24BCC5-BC45-8F4A-453A-D063416C4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03" y="2340989"/>
            <a:ext cx="7454900" cy="2438400"/>
          </a:xfrm>
          <a:prstGeom prst="rect">
            <a:avLst/>
          </a:prstGeom>
        </p:spPr>
      </p:pic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A49211B5-1149-9CBB-4972-43D7DB5A0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8505F5-DDE7-A0BA-C31D-E4A3E7D20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3" y="5209556"/>
            <a:ext cx="53467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86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522E0-8191-FC52-5CFD-F2A33A74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CE61B5A9-75F8-C90C-7750-AD98FA383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83C65F9-23E4-72A7-787D-29C97708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Defer &amp; Panic &amp; </a:t>
            </a:r>
            <a:r>
              <a:rPr lang="de-CH" sz="4700" dirty="0" err="1"/>
              <a:t>Recover</a:t>
            </a:r>
            <a:endParaRPr lang="de-CH" sz="4700" dirty="0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86087ACA-52D5-B423-2E52-30CA83D69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90ACB274-48E1-BDAD-C4BF-691212CFF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B79B482B-1721-F56D-BAB4-794FC03E7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4F7BE736-E1C7-1E7F-A041-228F6CC25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2A37F2-725F-EE4C-0349-7ACC77A1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de-CH" sz="2100" b="1" dirty="0"/>
              <a:t>Defer:</a:t>
            </a:r>
          </a:p>
          <a:p>
            <a:r>
              <a:rPr lang="de-CH" sz="2100" dirty="0"/>
              <a:t>Wird am Ende der Funktion ausgeführt</a:t>
            </a:r>
          </a:p>
          <a:p>
            <a:r>
              <a:rPr lang="de-CH" sz="2100" dirty="0"/>
              <a:t>Mehrere </a:t>
            </a:r>
            <a:r>
              <a:rPr lang="de-CH" sz="2100" dirty="0" err="1"/>
              <a:t>defer</a:t>
            </a:r>
            <a:r>
              <a:rPr lang="de-CH" sz="2100" dirty="0"/>
              <a:t> werden rückwärts ausgeführt (LIFO aka Stack)</a:t>
            </a:r>
          </a:p>
          <a:p>
            <a:r>
              <a:rPr lang="de-CH" sz="2100" dirty="0"/>
              <a:t>Wird auch bei </a:t>
            </a:r>
            <a:r>
              <a:rPr lang="de-CH" sz="2100" dirty="0" err="1"/>
              <a:t>panic</a:t>
            </a:r>
            <a:r>
              <a:rPr lang="de-CH" sz="2100" dirty="0"/>
              <a:t> ausgeführt</a:t>
            </a:r>
          </a:p>
          <a:p>
            <a:pPr marL="0" indent="0">
              <a:buNone/>
            </a:pPr>
            <a:r>
              <a:rPr lang="de-CH" sz="2100" b="1" dirty="0"/>
              <a:t>Panic:</a:t>
            </a:r>
          </a:p>
          <a:p>
            <a:r>
              <a:rPr lang="de-CH" sz="2100" dirty="0"/>
              <a:t>Stoppt die Programmausführung</a:t>
            </a:r>
          </a:p>
          <a:p>
            <a:r>
              <a:rPr lang="de-CH" sz="2100" dirty="0"/>
              <a:t>Springt sofort zu </a:t>
            </a:r>
            <a:r>
              <a:rPr lang="de-CH" sz="2100" dirty="0" err="1"/>
              <a:t>defer</a:t>
            </a:r>
            <a:endParaRPr lang="de-CH" sz="2100" dirty="0"/>
          </a:p>
          <a:p>
            <a:r>
              <a:rPr lang="de-CH" sz="2100" dirty="0"/>
              <a:t>Kann eigene Fehlermeldungen enthalten</a:t>
            </a:r>
          </a:p>
          <a:p>
            <a:pPr marL="0" indent="0">
              <a:buNone/>
            </a:pPr>
            <a:r>
              <a:rPr lang="de-CH" sz="2100" b="1" dirty="0" err="1"/>
              <a:t>Recover</a:t>
            </a:r>
            <a:r>
              <a:rPr lang="de-CH" sz="2100" b="1" dirty="0"/>
              <a:t>:</a:t>
            </a:r>
          </a:p>
          <a:p>
            <a:r>
              <a:rPr lang="de-CH" sz="2100" dirty="0"/>
              <a:t>Fängt einen </a:t>
            </a:r>
            <a:r>
              <a:rPr lang="de-CH" sz="2100" dirty="0" err="1"/>
              <a:t>panic</a:t>
            </a:r>
            <a:r>
              <a:rPr lang="de-CH" sz="2100" dirty="0"/>
              <a:t> ab</a:t>
            </a:r>
          </a:p>
          <a:p>
            <a:r>
              <a:rPr lang="de-CH" sz="2100" dirty="0"/>
              <a:t>Verhindert Absturz des Programms</a:t>
            </a:r>
          </a:p>
          <a:p>
            <a:r>
              <a:rPr lang="de-CH" sz="2100" dirty="0"/>
              <a:t>Funktioniert nur innerhalb von </a:t>
            </a:r>
            <a:r>
              <a:rPr lang="de-CH" sz="2100" dirty="0" err="1"/>
              <a:t>defer</a:t>
            </a:r>
            <a:r>
              <a:rPr lang="de-CH" sz="2100" dirty="0"/>
              <a:t> und gibt Panic-Wert zurück</a:t>
            </a:r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93ACEFFB-55DA-C70D-7416-8C168851D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387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35D0D-3500-92D8-9CA7-A390F046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149620E1-A17C-BEE6-87C6-9D9D48DB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219417-E0B8-329D-FC97-A52B37EB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 fontScale="90000"/>
          </a:bodyPr>
          <a:lstStyle/>
          <a:p>
            <a:r>
              <a:rPr lang="de-CH" sz="4700" dirty="0"/>
              <a:t>Defer, Panic, </a:t>
            </a:r>
            <a:r>
              <a:rPr lang="de-CH" sz="4700" dirty="0" err="1"/>
              <a:t>Recover</a:t>
            </a:r>
            <a:r>
              <a:rPr lang="de-CH" sz="4700" dirty="0"/>
              <a:t> – Code Beispiele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A2F6E770-59D2-8336-021A-F8A4C544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97B7A88A-1DE8-5590-FFED-368310B4A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F1ACC8FC-B501-831B-F3D3-1431E0A6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B6EF0438-00E3-F7FF-0E1F-7B41972B9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6A3920E8-3C61-EEED-1E8C-7B41D6241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79D234B5-A832-E0FB-E648-0F51C97E2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1382" y="2346140"/>
            <a:ext cx="3785034" cy="152759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D078311-27FB-D110-DEAD-E0FF90FCB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82" y="4077457"/>
            <a:ext cx="3820058" cy="193384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D87077E-02A0-BED2-4544-9F614D422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822" y="2780068"/>
            <a:ext cx="3715268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89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83E05-8DA5-F060-89D7-20656CB6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E68462F-040C-2519-41D1-B8764D7DF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0BAE5CC-D4E8-DBEC-F3E7-E04078AA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 fontScale="90000"/>
          </a:bodyPr>
          <a:lstStyle/>
          <a:p>
            <a:r>
              <a:rPr lang="de-CH" sz="4700" dirty="0" err="1"/>
              <a:t>Structural</a:t>
            </a:r>
            <a:r>
              <a:rPr lang="de-CH" sz="4700" dirty="0"/>
              <a:t> &amp; Nominal </a:t>
            </a:r>
            <a:r>
              <a:rPr lang="de-CH" sz="4700" dirty="0" err="1"/>
              <a:t>Typing</a:t>
            </a:r>
            <a:endParaRPr lang="de-CH" sz="4700" dirty="0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98ACF4CF-7998-811A-227C-5EBE8C223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BD93F3F9-CED9-38C3-8F87-1ED11BB18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6532D027-F793-7D84-6972-C6637034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8419B50-645B-3496-56B6-147C308C1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65" name="Inhaltsplatzhalter 3">
            <a:extLst>
              <a:ext uri="{FF2B5EF4-FFF2-40B4-BE49-F238E27FC236}">
                <a16:creationId xmlns:a16="http://schemas.microsoft.com/office/drawing/2014/main" id="{71116FDD-296C-4765-5835-808C8408B1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5245" y="2599509"/>
          <a:ext cx="7607751" cy="343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EFDAC631-A1D3-6140-E10F-83087B1F2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26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97725C-6431-496A-B11C-69135478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55BE3B-3DEC-0652-88F0-EA7985CA6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57" y="3023754"/>
            <a:ext cx="3675108" cy="2736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Structural &amp; Nominal Typing Code </a:t>
            </a:r>
            <a:r>
              <a:rPr lang="en-US" sz="4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Beispiele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3048031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0" y="257770"/>
            <a:ext cx="3627882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E356EE3-4E64-641A-95B1-F6075526D6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62" r="-1" b="3652"/>
          <a:stretch>
            <a:fillRect/>
          </a:stretch>
        </p:blipFill>
        <p:spPr>
          <a:xfrm>
            <a:off x="5335621" y="471748"/>
            <a:ext cx="3243637" cy="255200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0" y="3462252"/>
            <a:ext cx="3627882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F043F6A-5EC3-0439-9EF7-66C186FE0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5" r="19379" b="-3"/>
          <a:stretch>
            <a:fillRect/>
          </a:stretch>
        </p:blipFill>
        <p:spPr>
          <a:xfrm>
            <a:off x="5335621" y="3676230"/>
            <a:ext cx="3243637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4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4EC63-7B37-7EFA-7CE0-8413C94E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831D38DF-2448-915E-7BE8-66D78A42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13A691-E37A-39A3-4D01-CAD13633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 fontScale="90000"/>
          </a:bodyPr>
          <a:lstStyle/>
          <a:p>
            <a:r>
              <a:rPr lang="de-CH" sz="4700" dirty="0" err="1"/>
              <a:t>Goroutines</a:t>
            </a:r>
            <a:r>
              <a:rPr lang="de-CH" sz="4700" dirty="0"/>
              <a:t>, Channels &amp; Select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F4601BE0-FF47-B0B2-3653-E88BA1E2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512EA9D7-D0B9-4E50-313E-6BD74BDF3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3775EAE7-864B-0F62-C4AA-A5C4EFAC1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15E5EAB7-8EBE-575A-CA68-8972F6EC9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65" name="Inhaltsplatzhalter 3">
            <a:extLst>
              <a:ext uri="{FF2B5EF4-FFF2-40B4-BE49-F238E27FC236}">
                <a16:creationId xmlns:a16="http://schemas.microsoft.com/office/drawing/2014/main" id="{924FA93C-9D49-2FC2-2469-6E07E4FE8F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5245" y="2599509"/>
          <a:ext cx="7607751" cy="343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47C74357-8683-B3B8-AD1D-9525C1764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83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A0B3C-2B57-E91E-F3BA-19BF2440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23658E-7FD5-4079-8FF2-16AFFFC9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de-CH" sz="7000"/>
              <a:t>Code Demo</a:t>
            </a:r>
          </a:p>
        </p:txBody>
      </p: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9B3EF7DC-8DEE-0853-E693-527A0202B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65" name="Inhaltsplatzhalter 3">
            <a:extLst>
              <a:ext uri="{FF2B5EF4-FFF2-40B4-BE49-F238E27FC236}">
                <a16:creationId xmlns:a16="http://schemas.microsoft.com/office/drawing/2014/main" id="{1D7AAF61-4BC4-FC14-2449-96323EB5EE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57119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093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EA1F4-9D87-34AF-C2B5-53FED5FB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2ABB01C-D47A-4F01-4CEF-1328AF5D8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4356D2-B029-483A-D6B6-1D95BF36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Fazit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C1C4C149-1D8A-2C67-27D3-C1873DF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D2346873-4E1C-DED5-E17F-83BBE1C3D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58008859-8438-FA11-363B-7A0B59794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48BB04E9-212C-0F8C-B1F6-E5BA12CC2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3DD694-97A2-E256-E66E-EA45E415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de-CH" sz="2100" dirty="0"/>
              <a:t>Code einfach verständlich </a:t>
            </a:r>
          </a:p>
          <a:p>
            <a:r>
              <a:rPr lang="de-CH" sz="2100" dirty="0"/>
              <a:t>Gute Performance &amp; schnelle Kompilierung</a:t>
            </a:r>
          </a:p>
          <a:p>
            <a:r>
              <a:rPr lang="de-CH" sz="2100" dirty="0"/>
              <a:t>Weniger Komplex</a:t>
            </a:r>
          </a:p>
          <a:p>
            <a:r>
              <a:rPr lang="de-CH" sz="2100" dirty="0"/>
              <a:t>Von «Google» entwickelt</a:t>
            </a:r>
          </a:p>
          <a:p>
            <a:r>
              <a:rPr lang="de-CH" sz="2100" dirty="0"/>
              <a:t>Docker &amp; </a:t>
            </a:r>
            <a:r>
              <a:rPr lang="de-CH" sz="2100" dirty="0" err="1"/>
              <a:t>Kubernetes</a:t>
            </a:r>
            <a:r>
              <a:rPr lang="de-CH" sz="2100" dirty="0"/>
              <a:t> grösstenteils in GO </a:t>
            </a:r>
            <a:r>
              <a:rPr lang="de-CH" sz="2100" dirty="0" err="1"/>
              <a:t>entwicklet</a:t>
            </a:r>
            <a:endParaRPr lang="de-CH" sz="2100" dirty="0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50346E0C-E72B-8D18-AA47-C8FA29C42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36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B5906-1E92-BB26-0BFF-DD89CA7A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D5E870-DC36-FA00-1A05-22B30245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e-CH" sz="4700" dirty="0"/>
              <a:t>Persönliches Fazit </a:t>
            </a:r>
            <a:r>
              <a:rPr lang="de-CH" sz="4700" dirty="0" err="1"/>
              <a:t>Nevilan</a:t>
            </a:r>
            <a:endParaRPr lang="de-CH" sz="47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865A8F-F0F0-704E-9665-D65342E3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Pro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AEC164-A65A-F030-E1D6-617BB6AD1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H" dirty="0"/>
              <a:t>Contra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60C277-CA40-15A3-9478-F60F666B1FA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CH"/>
              <a:t>Keine Features wie map, filter in der nativen Syntax macht den Code langatmig</a:t>
            </a:r>
            <a:endParaRPr lang="en-CH" dirty="0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57A744A8-0D49-4338-1782-7EADF4FCC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5FCBCC9-8DB1-9133-24B1-C4870492C0A7}"/>
              </a:ext>
            </a:extLst>
          </p:cNvPr>
          <p:cNvSpPr txBox="1">
            <a:spLocks/>
          </p:cNvSpPr>
          <p:nvPr/>
        </p:nvSpPr>
        <p:spPr>
          <a:xfrm>
            <a:off x="455613" y="2292350"/>
            <a:ext cx="4041775" cy="395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Minimalismus und Schnelligkeit</a:t>
            </a:r>
          </a:p>
          <a:p>
            <a:r>
              <a:rPr lang="de-CH" dirty="0" err="1"/>
              <a:t>Concurrency</a:t>
            </a:r>
            <a:r>
              <a:rPr lang="de-CH" dirty="0"/>
              <a:t> leicht gemacht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5508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0EDFD-B28B-5272-0532-8D073B91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38F5F5E-7A82-32D1-EEFA-F35009F56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230361-872A-38C3-4D7B-1E3962B3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de-CH" sz="4700" dirty="0"/>
              <a:t>Persönliches Fazit Bleron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F33F738D-B71C-F962-C74D-502C0EC9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A940AD7D-172E-782D-08BF-84820DAF6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DDE7D3D0-EEC4-DEA6-B789-49E54D3A1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EB2B408-520C-B8BF-1E5C-7414569A4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5B1B9E-3F8D-A5C7-E0DC-66EDAB43B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de-CH" sz="2100" dirty="0"/>
              <a:t>Fühlt sich ähnlich wie C an</a:t>
            </a:r>
          </a:p>
          <a:p>
            <a:r>
              <a:rPr lang="de-CH" sz="2100" dirty="0"/>
              <a:t>Einfacher Start, man kommt schnell rein</a:t>
            </a:r>
          </a:p>
          <a:p>
            <a:r>
              <a:rPr lang="de-CH" sz="2100" dirty="0"/>
              <a:t>Sehr wenig Code für Nebenläufigkeit</a:t>
            </a:r>
          </a:p>
          <a:p>
            <a:r>
              <a:rPr lang="de-CH" sz="2100" dirty="0"/>
              <a:t>2 Rückgabewerte wenn man ein Array iteriert (Index, Wert)</a:t>
            </a:r>
          </a:p>
          <a:p>
            <a:r>
              <a:rPr lang="de-CH" sz="2100" dirty="0"/>
              <a:t>Im Grossen und Ganzen hat es Spass gemacht</a:t>
            </a:r>
          </a:p>
          <a:p>
            <a:pPr marL="0" indent="0">
              <a:buNone/>
            </a:pPr>
            <a:endParaRPr lang="de-CH" sz="2100" dirty="0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06A50467-B60F-716C-3036-064634E49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0"/>
            <a:ext cx="1116418" cy="136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76F2AD-458E-621C-D2D2-4959D0CD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2" name="Rectangle 2081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AD8C1C-FD43-F0CE-71A1-579FFD5C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22" y="679731"/>
            <a:ext cx="234311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/>
              <a:t>Fragen</a:t>
            </a:r>
          </a:p>
        </p:txBody>
      </p:sp>
      <p:grpSp>
        <p:nvGrpSpPr>
          <p:cNvPr id="2084" name="Group 208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6" name="Rectangle 208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88" name="Rectangle 208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5813" y="679731"/>
            <a:ext cx="5761719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Learning Golang in 24 hours | Kislay Verma">
            <a:extLst>
              <a:ext uri="{FF2B5EF4-FFF2-40B4-BE49-F238E27FC236}">
                <a16:creationId xmlns:a16="http://schemas.microsoft.com/office/drawing/2014/main" id="{3B209BDC-7C77-93A9-0A8E-B39364929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3810" y="1939877"/>
            <a:ext cx="2537460" cy="311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Graphic 2066" descr="Help">
            <a:extLst>
              <a:ext uri="{FF2B5EF4-FFF2-40B4-BE49-F238E27FC236}">
                <a16:creationId xmlns:a16="http://schemas.microsoft.com/office/drawing/2014/main" id="{655F1595-20F6-6748-9D46-F16DAB296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9267" y="2227372"/>
            <a:ext cx="2537460" cy="253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685</Words>
  <Application>Microsoft Macintosh PowerPoint</Application>
  <PresentationFormat>On-screen Show (4:3)</PresentationFormat>
  <Paragraphs>146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Wingdings</vt:lpstr>
      <vt:lpstr>Office Theme</vt:lpstr>
      <vt:lpstr>PowerPoint Presentation</vt:lpstr>
      <vt:lpstr>Vision</vt:lpstr>
      <vt:lpstr>Geschichte</vt:lpstr>
      <vt:lpstr>Verbreitung</vt:lpstr>
      <vt:lpstr>Generelle Informationen über GO</vt:lpstr>
      <vt:lpstr>Slices Eigenschaften</vt:lpstr>
      <vt:lpstr>Slices Code Beispiele</vt:lpstr>
      <vt:lpstr>Maps Eigenschaften</vt:lpstr>
      <vt:lpstr>Maps Code Beispiele</vt:lpstr>
      <vt:lpstr>Defer &amp; Panic &amp; Recover</vt:lpstr>
      <vt:lpstr>Defer, Panic, Recover – Code Beispiele</vt:lpstr>
      <vt:lpstr>Structural &amp; Nominal Typing</vt:lpstr>
      <vt:lpstr>Structural &amp; Nominal Typing Code Beispiele</vt:lpstr>
      <vt:lpstr>Goroutines, Channels &amp; Select</vt:lpstr>
      <vt:lpstr>Code Demo</vt:lpstr>
      <vt:lpstr>Fazit</vt:lpstr>
      <vt:lpstr>Persönliches Fazit Nevilan</vt:lpstr>
      <vt:lpstr>Persönliches Fazit Bleron</vt:lpstr>
      <vt:lpstr>Fragen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Hajdini Bleron</dc:creator>
  <cp:keywords/>
  <dc:description>generated using python-pptx</dc:description>
  <cp:lastModifiedBy>Sabanathan Nevilan, SCS-INI-MBM-MTE</cp:lastModifiedBy>
  <cp:revision>19</cp:revision>
  <dcterms:created xsi:type="dcterms:W3CDTF">2013-01-27T09:14:16Z</dcterms:created>
  <dcterms:modified xsi:type="dcterms:W3CDTF">2026-05-19T17:08:10Z</dcterms:modified>
  <cp:category/>
</cp:coreProperties>
</file>